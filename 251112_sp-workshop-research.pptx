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76" r:id="rId3"/>
    <p:sldId id="261" r:id="rId4"/>
    <p:sldId id="271" r:id="rId5"/>
    <p:sldId id="274" r:id="rId6"/>
    <p:sldId id="275" r:id="rId7"/>
    <p:sldId id="277" r:id="rId8"/>
    <p:sldId id="278" r:id="rId9"/>
    <p:sldId id="279" r:id="rId10"/>
    <p:sldId id="272" r:id="rId11"/>
    <p:sldId id="280" r:id="rId12"/>
    <p:sldId id="281" r:id="rId13"/>
    <p:sldId id="282" r:id="rId14"/>
    <p:sldId id="283" r:id="rId15"/>
    <p:sldId id="273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07C58-E308-44D8-AC22-7AF719ECC709}" v="279" dt="2025-11-11T09:52:11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feng Qiu" userId="a4f38226-84e2-40f4-ba19-d5136186891e" providerId="ADAL" clId="{16A36007-41E8-4F94-AD95-D826785C7FA7}"/>
    <pc:docChg chg="undo custSel addSld delSld modSld">
      <pc:chgData name="Mingfeng Qiu" userId="a4f38226-84e2-40f4-ba19-d5136186891e" providerId="ADAL" clId="{16A36007-41E8-4F94-AD95-D826785C7FA7}" dt="2025-11-11T09:55:32.355" v="779" actId="1076"/>
      <pc:docMkLst>
        <pc:docMk/>
      </pc:docMkLst>
      <pc:sldChg chg="modSp mod">
        <pc:chgData name="Mingfeng Qiu" userId="a4f38226-84e2-40f4-ba19-d5136186891e" providerId="ADAL" clId="{16A36007-41E8-4F94-AD95-D826785C7FA7}" dt="2025-11-11T09:55:32.355" v="779" actId="1076"/>
        <pc:sldMkLst>
          <pc:docMk/>
          <pc:sldMk cId="2957402902" sldId="256"/>
        </pc:sldMkLst>
        <pc:spChg chg="mod">
          <ac:chgData name="Mingfeng Qiu" userId="a4f38226-84e2-40f4-ba19-d5136186891e" providerId="ADAL" clId="{16A36007-41E8-4F94-AD95-D826785C7FA7}" dt="2025-11-11T09:54:44.141" v="711" actId="1076"/>
          <ac:spMkLst>
            <pc:docMk/>
            <pc:sldMk cId="2957402902" sldId="256"/>
            <ac:spMk id="3" creationId="{0C68C55F-F3AE-1828-99C2-6B439F217951}"/>
          </ac:spMkLst>
        </pc:spChg>
        <pc:spChg chg="mod">
          <ac:chgData name="Mingfeng Qiu" userId="a4f38226-84e2-40f4-ba19-d5136186891e" providerId="ADAL" clId="{16A36007-41E8-4F94-AD95-D826785C7FA7}" dt="2025-11-11T09:55:32.355" v="779" actId="1076"/>
          <ac:spMkLst>
            <pc:docMk/>
            <pc:sldMk cId="2957402902" sldId="256"/>
            <ac:spMk id="4" creationId="{60450009-0D8B-AD89-D92A-69F167F88742}"/>
          </ac:spMkLst>
        </pc:spChg>
      </pc:sldChg>
      <pc:sldChg chg="delSp modSp del mod delAnim">
        <pc:chgData name="Mingfeng Qiu" userId="a4f38226-84e2-40f4-ba19-d5136186891e" providerId="ADAL" clId="{16A36007-41E8-4F94-AD95-D826785C7FA7}" dt="2025-11-11T09:12:25.342" v="81" actId="47"/>
        <pc:sldMkLst>
          <pc:docMk/>
          <pc:sldMk cId="882160739" sldId="260"/>
        </pc:sldMkLst>
        <pc:spChg chg="del">
          <ac:chgData name="Mingfeng Qiu" userId="a4f38226-84e2-40f4-ba19-d5136186891e" providerId="ADAL" clId="{16A36007-41E8-4F94-AD95-D826785C7FA7}" dt="2025-11-11T09:11:28.096" v="36" actId="21"/>
          <ac:spMkLst>
            <pc:docMk/>
            <pc:sldMk cId="882160739" sldId="260"/>
            <ac:spMk id="2" creationId="{1F3EB656-4BE0-F367-BB1E-7F05EF730303}"/>
          </ac:spMkLst>
        </pc:spChg>
        <pc:spChg chg="del">
          <ac:chgData name="Mingfeng Qiu" userId="a4f38226-84e2-40f4-ba19-d5136186891e" providerId="ADAL" clId="{16A36007-41E8-4F94-AD95-D826785C7FA7}" dt="2025-11-11T09:11:28.096" v="36" actId="21"/>
          <ac:spMkLst>
            <pc:docMk/>
            <pc:sldMk cId="882160739" sldId="260"/>
            <ac:spMk id="5" creationId="{3E5F7979-78B8-4AAF-4221-C279DEA6EF4B}"/>
          </ac:spMkLst>
        </pc:spChg>
        <pc:spChg chg="del">
          <ac:chgData name="Mingfeng Qiu" userId="a4f38226-84e2-40f4-ba19-d5136186891e" providerId="ADAL" clId="{16A36007-41E8-4F94-AD95-D826785C7FA7}" dt="2025-11-11T09:11:28.096" v="36" actId="21"/>
          <ac:spMkLst>
            <pc:docMk/>
            <pc:sldMk cId="882160739" sldId="260"/>
            <ac:spMk id="7" creationId="{0E87FEDD-863D-8783-0C85-82AD885A9CE4}"/>
          </ac:spMkLst>
        </pc:spChg>
        <pc:spChg chg="del">
          <ac:chgData name="Mingfeng Qiu" userId="a4f38226-84e2-40f4-ba19-d5136186891e" providerId="ADAL" clId="{16A36007-41E8-4F94-AD95-D826785C7FA7}" dt="2025-11-11T09:11:28.096" v="36" actId="21"/>
          <ac:spMkLst>
            <pc:docMk/>
            <pc:sldMk cId="882160739" sldId="260"/>
            <ac:spMk id="8" creationId="{F2DBD5FE-D308-69F5-C0C3-B99DBEF5575F}"/>
          </ac:spMkLst>
        </pc:spChg>
        <pc:spChg chg="del">
          <ac:chgData name="Mingfeng Qiu" userId="a4f38226-84e2-40f4-ba19-d5136186891e" providerId="ADAL" clId="{16A36007-41E8-4F94-AD95-D826785C7FA7}" dt="2025-11-11T09:11:28.096" v="36" actId="21"/>
          <ac:spMkLst>
            <pc:docMk/>
            <pc:sldMk cId="882160739" sldId="260"/>
            <ac:spMk id="9" creationId="{52808D88-98EE-30C5-B039-E9B82D71E6E9}"/>
          </ac:spMkLst>
        </pc:spChg>
        <pc:spChg chg="del">
          <ac:chgData name="Mingfeng Qiu" userId="a4f38226-84e2-40f4-ba19-d5136186891e" providerId="ADAL" clId="{16A36007-41E8-4F94-AD95-D826785C7FA7}" dt="2025-11-11T09:11:28.096" v="36" actId="21"/>
          <ac:spMkLst>
            <pc:docMk/>
            <pc:sldMk cId="882160739" sldId="260"/>
            <ac:spMk id="10" creationId="{CB1C839F-D4A8-89E8-81D1-5D836487CC0A}"/>
          </ac:spMkLst>
        </pc:spChg>
        <pc:spChg chg="del">
          <ac:chgData name="Mingfeng Qiu" userId="a4f38226-84e2-40f4-ba19-d5136186891e" providerId="ADAL" clId="{16A36007-41E8-4F94-AD95-D826785C7FA7}" dt="2025-11-11T09:11:28.096" v="36" actId="21"/>
          <ac:spMkLst>
            <pc:docMk/>
            <pc:sldMk cId="882160739" sldId="260"/>
            <ac:spMk id="19" creationId="{9D7B33A9-5E31-A12B-3007-8605F30B0962}"/>
          </ac:spMkLst>
        </pc:spChg>
        <pc:grpChg chg="del">
          <ac:chgData name="Mingfeng Qiu" userId="a4f38226-84e2-40f4-ba19-d5136186891e" providerId="ADAL" clId="{16A36007-41E8-4F94-AD95-D826785C7FA7}" dt="2025-11-11T09:11:28.096" v="36" actId="21"/>
          <ac:grpSpMkLst>
            <pc:docMk/>
            <pc:sldMk cId="882160739" sldId="260"/>
            <ac:grpSpMk id="36" creationId="{CE6C1948-2EB7-16C7-5760-CD1C843E7907}"/>
          </ac:grpSpMkLst>
        </pc:grpChg>
        <pc:cxnChg chg="del mod">
          <ac:chgData name="Mingfeng Qiu" userId="a4f38226-84e2-40f4-ba19-d5136186891e" providerId="ADAL" clId="{16A36007-41E8-4F94-AD95-D826785C7FA7}" dt="2025-11-11T09:11:28.096" v="36" actId="21"/>
          <ac:cxnSpMkLst>
            <pc:docMk/>
            <pc:sldMk cId="882160739" sldId="260"/>
            <ac:cxnSpMk id="12" creationId="{E1844A19-514B-5EC4-3655-43C74B54F603}"/>
          </ac:cxnSpMkLst>
        </pc:cxnChg>
        <pc:cxnChg chg="mod">
          <ac:chgData name="Mingfeng Qiu" userId="a4f38226-84e2-40f4-ba19-d5136186891e" providerId="ADAL" clId="{16A36007-41E8-4F94-AD95-D826785C7FA7}" dt="2025-11-11T09:11:28.096" v="36" actId="21"/>
          <ac:cxnSpMkLst>
            <pc:docMk/>
            <pc:sldMk cId="882160739" sldId="260"/>
            <ac:cxnSpMk id="25" creationId="{E56412B7-EA90-99D6-9BAB-1C32E7709B13}"/>
          </ac:cxnSpMkLst>
        </pc:cxnChg>
      </pc:sldChg>
      <pc:sldChg chg="modSp mod">
        <pc:chgData name="Mingfeng Qiu" userId="a4f38226-84e2-40f4-ba19-d5136186891e" providerId="ADAL" clId="{16A36007-41E8-4F94-AD95-D826785C7FA7}" dt="2025-11-11T09:05:06.745" v="20" actId="20577"/>
        <pc:sldMkLst>
          <pc:docMk/>
          <pc:sldMk cId="400939391" sldId="261"/>
        </pc:sldMkLst>
        <pc:spChg chg="mod">
          <ac:chgData name="Mingfeng Qiu" userId="a4f38226-84e2-40f4-ba19-d5136186891e" providerId="ADAL" clId="{16A36007-41E8-4F94-AD95-D826785C7FA7}" dt="2025-11-11T09:05:06.745" v="20" actId="20577"/>
          <ac:spMkLst>
            <pc:docMk/>
            <pc:sldMk cId="400939391" sldId="261"/>
            <ac:spMk id="2" creationId="{39D303C5-05B1-D3FB-C13E-3D65567ACD3B}"/>
          </ac:spMkLst>
        </pc:spChg>
      </pc:sldChg>
      <pc:sldChg chg="del">
        <pc:chgData name="Mingfeng Qiu" userId="a4f38226-84e2-40f4-ba19-d5136186891e" providerId="ADAL" clId="{16A36007-41E8-4F94-AD95-D826785C7FA7}" dt="2025-11-11T09:20:29.832" v="136" actId="47"/>
        <pc:sldMkLst>
          <pc:docMk/>
          <pc:sldMk cId="2344795667" sldId="263"/>
        </pc:sldMkLst>
      </pc:sldChg>
      <pc:sldChg chg="delSp del mod delAnim">
        <pc:chgData name="Mingfeng Qiu" userId="a4f38226-84e2-40f4-ba19-d5136186891e" providerId="ADAL" clId="{16A36007-41E8-4F94-AD95-D826785C7FA7}" dt="2025-11-11T09:24:16.706" v="208" actId="47"/>
        <pc:sldMkLst>
          <pc:docMk/>
          <pc:sldMk cId="740796399" sldId="264"/>
        </pc:sldMkLst>
        <pc:spChg chg="del">
          <ac:chgData name="Mingfeng Qiu" userId="a4f38226-84e2-40f4-ba19-d5136186891e" providerId="ADAL" clId="{16A36007-41E8-4F94-AD95-D826785C7FA7}" dt="2025-11-11T09:20:53.800" v="141" actId="21"/>
          <ac:spMkLst>
            <pc:docMk/>
            <pc:sldMk cId="740796399" sldId="264"/>
            <ac:spMk id="2" creationId="{4D3AAA4D-B88C-950B-63DF-97A703473F94}"/>
          </ac:spMkLst>
        </pc:spChg>
        <pc:spChg chg="del">
          <ac:chgData name="Mingfeng Qiu" userId="a4f38226-84e2-40f4-ba19-d5136186891e" providerId="ADAL" clId="{16A36007-41E8-4F94-AD95-D826785C7FA7}" dt="2025-11-11T09:20:53.800" v="141" actId="21"/>
          <ac:spMkLst>
            <pc:docMk/>
            <pc:sldMk cId="740796399" sldId="264"/>
            <ac:spMk id="3" creationId="{D8008550-2137-6166-FAF2-E919886713B6}"/>
          </ac:spMkLst>
        </pc:spChg>
        <pc:picChg chg="del">
          <ac:chgData name="Mingfeng Qiu" userId="a4f38226-84e2-40f4-ba19-d5136186891e" providerId="ADAL" clId="{16A36007-41E8-4F94-AD95-D826785C7FA7}" dt="2025-11-11T09:20:53.800" v="141" actId="21"/>
          <ac:picMkLst>
            <pc:docMk/>
            <pc:sldMk cId="740796399" sldId="264"/>
            <ac:picMk id="5" creationId="{487FD2E1-D6A3-75ED-883C-F57B6C6F57E1}"/>
          </ac:picMkLst>
        </pc:picChg>
      </pc:sldChg>
      <pc:sldChg chg="del">
        <pc:chgData name="Mingfeng Qiu" userId="a4f38226-84e2-40f4-ba19-d5136186891e" providerId="ADAL" clId="{16A36007-41E8-4F94-AD95-D826785C7FA7}" dt="2025-11-11T09:24:14.542" v="207" actId="47"/>
        <pc:sldMkLst>
          <pc:docMk/>
          <pc:sldMk cId="3920466238" sldId="265"/>
        </pc:sldMkLst>
      </pc:sldChg>
      <pc:sldChg chg="delSp del mod">
        <pc:chgData name="Mingfeng Qiu" userId="a4f38226-84e2-40f4-ba19-d5136186891e" providerId="ADAL" clId="{16A36007-41E8-4F94-AD95-D826785C7FA7}" dt="2025-11-11T09:33:24.722" v="221" actId="47"/>
        <pc:sldMkLst>
          <pc:docMk/>
          <pc:sldMk cId="1844268016" sldId="266"/>
        </pc:sldMkLst>
        <pc:picChg chg="del">
          <ac:chgData name="Mingfeng Qiu" userId="a4f38226-84e2-40f4-ba19-d5136186891e" providerId="ADAL" clId="{16A36007-41E8-4F94-AD95-D826785C7FA7}" dt="2025-11-11T09:33:14.317" v="211" actId="478"/>
          <ac:picMkLst>
            <pc:docMk/>
            <pc:sldMk cId="1844268016" sldId="266"/>
            <ac:picMk id="7" creationId="{D5B90756-95C4-8E29-82D3-27A10248DB02}"/>
          </ac:picMkLst>
        </pc:picChg>
      </pc:sldChg>
      <pc:sldChg chg="delSp del mod delAnim">
        <pc:chgData name="Mingfeng Qiu" userId="a4f38226-84e2-40f4-ba19-d5136186891e" providerId="ADAL" clId="{16A36007-41E8-4F94-AD95-D826785C7FA7}" dt="2025-11-11T09:49:03.394" v="574" actId="47"/>
        <pc:sldMkLst>
          <pc:docMk/>
          <pc:sldMk cId="2612987736" sldId="267"/>
        </pc:sldMkLst>
        <pc:spChg chg="del">
          <ac:chgData name="Mingfeng Qiu" userId="a4f38226-84e2-40f4-ba19-d5136186891e" providerId="ADAL" clId="{16A36007-41E8-4F94-AD95-D826785C7FA7}" dt="2025-11-11T09:40:19.020" v="292" actId="21"/>
          <ac:spMkLst>
            <pc:docMk/>
            <pc:sldMk cId="2612987736" sldId="267"/>
            <ac:spMk id="2" creationId="{4D3AAA4D-B88C-950B-63DF-97A703473F94}"/>
          </ac:spMkLst>
        </pc:spChg>
        <pc:spChg chg="del">
          <ac:chgData name="Mingfeng Qiu" userId="a4f38226-84e2-40f4-ba19-d5136186891e" providerId="ADAL" clId="{16A36007-41E8-4F94-AD95-D826785C7FA7}" dt="2025-11-11T09:40:19.020" v="292" actId="21"/>
          <ac:spMkLst>
            <pc:docMk/>
            <pc:sldMk cId="2612987736" sldId="267"/>
            <ac:spMk id="3" creationId="{D7BC9607-1955-DD5E-48F7-C64BD4B60A73}"/>
          </ac:spMkLst>
        </pc:spChg>
        <pc:picChg chg="del">
          <ac:chgData name="Mingfeng Qiu" userId="a4f38226-84e2-40f4-ba19-d5136186891e" providerId="ADAL" clId="{16A36007-41E8-4F94-AD95-D826785C7FA7}" dt="2025-11-11T09:40:19.020" v="292" actId="21"/>
          <ac:picMkLst>
            <pc:docMk/>
            <pc:sldMk cId="2612987736" sldId="267"/>
            <ac:picMk id="5" creationId="{680E1D56-2F02-B05A-CE86-8B2B0CC258AF}"/>
          </ac:picMkLst>
        </pc:picChg>
      </pc:sldChg>
      <pc:sldChg chg="delSp del mod delAnim">
        <pc:chgData name="Mingfeng Qiu" userId="a4f38226-84e2-40f4-ba19-d5136186891e" providerId="ADAL" clId="{16A36007-41E8-4F94-AD95-D826785C7FA7}" dt="2025-11-11T09:49:06.239" v="575" actId="47"/>
        <pc:sldMkLst>
          <pc:docMk/>
          <pc:sldMk cId="2498974416" sldId="268"/>
        </pc:sldMkLst>
        <pc:spChg chg="del">
          <ac:chgData name="Mingfeng Qiu" userId="a4f38226-84e2-40f4-ba19-d5136186891e" providerId="ADAL" clId="{16A36007-41E8-4F94-AD95-D826785C7FA7}" dt="2025-11-11T09:39:16.069" v="265" actId="21"/>
          <ac:spMkLst>
            <pc:docMk/>
            <pc:sldMk cId="2498974416" sldId="268"/>
            <ac:spMk id="2" creationId="{4D3AAA4D-B88C-950B-63DF-97A703473F94}"/>
          </ac:spMkLst>
        </pc:spChg>
        <pc:picChg chg="del">
          <ac:chgData name="Mingfeng Qiu" userId="a4f38226-84e2-40f4-ba19-d5136186891e" providerId="ADAL" clId="{16A36007-41E8-4F94-AD95-D826785C7FA7}" dt="2025-11-11T09:39:30.693" v="270" actId="21"/>
          <ac:picMkLst>
            <pc:docMk/>
            <pc:sldMk cId="2498974416" sldId="268"/>
            <ac:picMk id="5" creationId="{0E913A4A-FE64-7169-9CCB-D6A41B20AF4A}"/>
          </ac:picMkLst>
        </pc:picChg>
      </pc:sldChg>
      <pc:sldChg chg="delSp modSp del mod">
        <pc:chgData name="Mingfeng Qiu" userId="a4f38226-84e2-40f4-ba19-d5136186891e" providerId="ADAL" clId="{16A36007-41E8-4F94-AD95-D826785C7FA7}" dt="2025-11-11T09:48:53.169" v="572" actId="47"/>
        <pc:sldMkLst>
          <pc:docMk/>
          <pc:sldMk cId="2005598462" sldId="269"/>
        </pc:sldMkLst>
        <pc:spChg chg="del">
          <ac:chgData name="Mingfeng Qiu" userId="a4f38226-84e2-40f4-ba19-d5136186891e" providerId="ADAL" clId="{16A36007-41E8-4F94-AD95-D826785C7FA7}" dt="2025-11-11T09:45:14.441" v="472" actId="21"/>
          <ac:spMkLst>
            <pc:docMk/>
            <pc:sldMk cId="2005598462" sldId="269"/>
            <ac:spMk id="2" creationId="{4D3AAA4D-B88C-950B-63DF-97A703473F94}"/>
          </ac:spMkLst>
        </pc:spChg>
        <pc:spChg chg="del">
          <ac:chgData name="Mingfeng Qiu" userId="a4f38226-84e2-40f4-ba19-d5136186891e" providerId="ADAL" clId="{16A36007-41E8-4F94-AD95-D826785C7FA7}" dt="2025-11-11T09:45:14.441" v="472" actId="21"/>
          <ac:spMkLst>
            <pc:docMk/>
            <pc:sldMk cId="2005598462" sldId="269"/>
            <ac:spMk id="3" creationId="{F57D7C90-F583-4C33-2EE8-DF978B73E923}"/>
          </ac:spMkLst>
        </pc:spChg>
        <pc:spChg chg="del">
          <ac:chgData name="Mingfeng Qiu" userId="a4f38226-84e2-40f4-ba19-d5136186891e" providerId="ADAL" clId="{16A36007-41E8-4F94-AD95-D826785C7FA7}" dt="2025-11-11T09:45:14.441" v="472" actId="21"/>
          <ac:spMkLst>
            <pc:docMk/>
            <pc:sldMk cId="2005598462" sldId="269"/>
            <ac:spMk id="16" creationId="{47FD0216-78F0-2EFB-4F0D-4707126173FD}"/>
          </ac:spMkLst>
        </pc:spChg>
        <pc:grpChg chg="del">
          <ac:chgData name="Mingfeng Qiu" userId="a4f38226-84e2-40f4-ba19-d5136186891e" providerId="ADAL" clId="{16A36007-41E8-4F94-AD95-D826785C7FA7}" dt="2025-11-11T09:45:14.441" v="472" actId="21"/>
          <ac:grpSpMkLst>
            <pc:docMk/>
            <pc:sldMk cId="2005598462" sldId="269"/>
            <ac:grpSpMk id="4" creationId="{E4B9E578-7FA4-A7BC-CE62-784A7360A886}"/>
          </ac:grpSpMkLst>
        </pc:grpChg>
        <pc:cxnChg chg="mod">
          <ac:chgData name="Mingfeng Qiu" userId="a4f38226-84e2-40f4-ba19-d5136186891e" providerId="ADAL" clId="{16A36007-41E8-4F94-AD95-D826785C7FA7}" dt="2025-11-11T09:45:14.441" v="472" actId="21"/>
          <ac:cxnSpMkLst>
            <pc:docMk/>
            <pc:sldMk cId="2005598462" sldId="269"/>
            <ac:cxnSpMk id="10" creationId="{3B5B1751-CA59-883B-3E0A-6B84F964A166}"/>
          </ac:cxnSpMkLst>
        </pc:cxnChg>
        <pc:cxnChg chg="mod">
          <ac:chgData name="Mingfeng Qiu" userId="a4f38226-84e2-40f4-ba19-d5136186891e" providerId="ADAL" clId="{16A36007-41E8-4F94-AD95-D826785C7FA7}" dt="2025-11-11T09:45:14.441" v="472" actId="21"/>
          <ac:cxnSpMkLst>
            <pc:docMk/>
            <pc:sldMk cId="2005598462" sldId="269"/>
            <ac:cxnSpMk id="11" creationId="{CE858008-1609-AE40-4C10-CB49C1EBA78A}"/>
          </ac:cxnSpMkLst>
        </pc:cxnChg>
        <pc:cxnChg chg="mod">
          <ac:chgData name="Mingfeng Qiu" userId="a4f38226-84e2-40f4-ba19-d5136186891e" providerId="ADAL" clId="{16A36007-41E8-4F94-AD95-D826785C7FA7}" dt="2025-11-11T09:45:14.441" v="472" actId="21"/>
          <ac:cxnSpMkLst>
            <pc:docMk/>
            <pc:sldMk cId="2005598462" sldId="269"/>
            <ac:cxnSpMk id="12" creationId="{DDF065FE-A8F4-54CA-01F6-A35FE67214E2}"/>
          </ac:cxnSpMkLst>
        </pc:cxnChg>
        <pc:cxnChg chg="mod">
          <ac:chgData name="Mingfeng Qiu" userId="a4f38226-84e2-40f4-ba19-d5136186891e" providerId="ADAL" clId="{16A36007-41E8-4F94-AD95-D826785C7FA7}" dt="2025-11-11T09:45:14.441" v="472" actId="21"/>
          <ac:cxnSpMkLst>
            <pc:docMk/>
            <pc:sldMk cId="2005598462" sldId="269"/>
            <ac:cxnSpMk id="13" creationId="{127657B5-C8C6-BC5A-348B-3E402F3A1C27}"/>
          </ac:cxnSpMkLst>
        </pc:cxnChg>
      </pc:sldChg>
      <pc:sldChg chg="modSp mod">
        <pc:chgData name="Mingfeng Qiu" userId="a4f38226-84e2-40f4-ba19-d5136186891e" providerId="ADAL" clId="{16A36007-41E8-4F94-AD95-D826785C7FA7}" dt="2025-11-11T09:51:37.269" v="692" actId="20577"/>
        <pc:sldMkLst>
          <pc:docMk/>
          <pc:sldMk cId="1210006295" sldId="270"/>
        </pc:sldMkLst>
        <pc:spChg chg="mod">
          <ac:chgData name="Mingfeng Qiu" userId="a4f38226-84e2-40f4-ba19-d5136186891e" providerId="ADAL" clId="{16A36007-41E8-4F94-AD95-D826785C7FA7}" dt="2025-11-11T09:51:37.269" v="692" actId="20577"/>
          <ac:spMkLst>
            <pc:docMk/>
            <pc:sldMk cId="1210006295" sldId="270"/>
            <ac:spMk id="2" creationId="{4D3AAA4D-B88C-950B-63DF-97A703473F94}"/>
          </ac:spMkLst>
        </pc:spChg>
        <pc:spChg chg="mod">
          <ac:chgData name="Mingfeng Qiu" userId="a4f38226-84e2-40f4-ba19-d5136186891e" providerId="ADAL" clId="{16A36007-41E8-4F94-AD95-D826785C7FA7}" dt="2025-11-11T09:50:03.312" v="577" actId="20577"/>
          <ac:spMkLst>
            <pc:docMk/>
            <pc:sldMk cId="1210006295" sldId="270"/>
            <ac:spMk id="39" creationId="{4DB0B3C5-E9BD-10CC-FE6F-7DE322AE0496}"/>
          </ac:spMkLst>
        </pc:spChg>
      </pc:sldChg>
      <pc:sldChg chg="modSp mod modAnim">
        <pc:chgData name="Mingfeng Qiu" userId="a4f38226-84e2-40f4-ba19-d5136186891e" providerId="ADAL" clId="{16A36007-41E8-4F94-AD95-D826785C7FA7}" dt="2025-11-11T09:52:11.386" v="709" actId="20577"/>
        <pc:sldMkLst>
          <pc:docMk/>
          <pc:sldMk cId="3720523743" sldId="271"/>
        </pc:sldMkLst>
        <pc:spChg chg="mod">
          <ac:chgData name="Mingfeng Qiu" userId="a4f38226-84e2-40f4-ba19-d5136186891e" providerId="ADAL" clId="{16A36007-41E8-4F94-AD95-D826785C7FA7}" dt="2025-11-11T09:52:11.386" v="709" actId="20577"/>
          <ac:spMkLst>
            <pc:docMk/>
            <pc:sldMk cId="3720523743" sldId="271"/>
            <ac:spMk id="3" creationId="{D7540801-84EE-E455-2F41-D67998902697}"/>
          </ac:spMkLst>
        </pc:spChg>
      </pc:sldChg>
      <pc:sldChg chg="modSp mod">
        <pc:chgData name="Mingfeng Qiu" userId="a4f38226-84e2-40f4-ba19-d5136186891e" providerId="ADAL" clId="{16A36007-41E8-4F94-AD95-D826785C7FA7}" dt="2025-11-11T09:50:29.947" v="613" actId="20577"/>
        <pc:sldMkLst>
          <pc:docMk/>
          <pc:sldMk cId="2917710019" sldId="272"/>
        </pc:sldMkLst>
        <pc:spChg chg="mod">
          <ac:chgData name="Mingfeng Qiu" userId="a4f38226-84e2-40f4-ba19-d5136186891e" providerId="ADAL" clId="{16A36007-41E8-4F94-AD95-D826785C7FA7}" dt="2025-11-11T09:49:46.775" v="576" actId="20577"/>
          <ac:spMkLst>
            <pc:docMk/>
            <pc:sldMk cId="2917710019" sldId="272"/>
            <ac:spMk id="2" creationId="{7096C906-3752-8A1A-83C3-6EF0E3F39EF2}"/>
          </ac:spMkLst>
        </pc:spChg>
        <pc:spChg chg="mod">
          <ac:chgData name="Mingfeng Qiu" userId="a4f38226-84e2-40f4-ba19-d5136186891e" providerId="ADAL" clId="{16A36007-41E8-4F94-AD95-D826785C7FA7}" dt="2025-11-11T09:50:29.947" v="613" actId="20577"/>
          <ac:spMkLst>
            <pc:docMk/>
            <pc:sldMk cId="2917710019" sldId="272"/>
            <ac:spMk id="3" creationId="{E78FA23A-C57F-0BF9-EBE9-2DF0678B2941}"/>
          </ac:spMkLst>
        </pc:spChg>
      </pc:sldChg>
      <pc:sldChg chg="modSp mod modAnim">
        <pc:chgData name="Mingfeng Qiu" userId="a4f38226-84e2-40f4-ba19-d5136186891e" providerId="ADAL" clId="{16A36007-41E8-4F94-AD95-D826785C7FA7}" dt="2025-11-11T09:48:57.489" v="573" actId="20577"/>
        <pc:sldMkLst>
          <pc:docMk/>
          <pc:sldMk cId="2535300253" sldId="273"/>
        </pc:sldMkLst>
        <pc:spChg chg="mod">
          <ac:chgData name="Mingfeng Qiu" userId="a4f38226-84e2-40f4-ba19-d5136186891e" providerId="ADAL" clId="{16A36007-41E8-4F94-AD95-D826785C7FA7}" dt="2025-11-11T09:48:57.489" v="573" actId="20577"/>
          <ac:spMkLst>
            <pc:docMk/>
            <pc:sldMk cId="2535300253" sldId="273"/>
            <ac:spMk id="2" creationId="{37C30D27-2301-C783-B221-ADCF4DB6BF9F}"/>
          </ac:spMkLst>
        </pc:spChg>
        <pc:spChg chg="mod">
          <ac:chgData name="Mingfeng Qiu" userId="a4f38226-84e2-40f4-ba19-d5136186891e" providerId="ADAL" clId="{16A36007-41E8-4F94-AD95-D826785C7FA7}" dt="2025-11-11T09:48:10.913" v="568" actId="1076"/>
          <ac:spMkLst>
            <pc:docMk/>
            <pc:sldMk cId="2535300253" sldId="273"/>
            <ac:spMk id="5" creationId="{D32B2B76-4600-EC00-F4B2-1D9C702D3576}"/>
          </ac:spMkLst>
        </pc:spChg>
      </pc:sldChg>
      <pc:sldChg chg="modSp mod">
        <pc:chgData name="Mingfeng Qiu" userId="a4f38226-84e2-40f4-ba19-d5136186891e" providerId="ADAL" clId="{16A36007-41E8-4F94-AD95-D826785C7FA7}" dt="2025-11-11T09:12:40.739" v="83" actId="20577"/>
        <pc:sldMkLst>
          <pc:docMk/>
          <pc:sldMk cId="4233584819" sldId="274"/>
        </pc:sldMkLst>
        <pc:spChg chg="mod">
          <ac:chgData name="Mingfeng Qiu" userId="a4f38226-84e2-40f4-ba19-d5136186891e" providerId="ADAL" clId="{16A36007-41E8-4F94-AD95-D826785C7FA7}" dt="2025-11-11T09:12:40.739" v="83" actId="20577"/>
          <ac:spMkLst>
            <pc:docMk/>
            <pc:sldMk cId="4233584819" sldId="274"/>
            <ac:spMk id="2" creationId="{B111EE11-F83C-0DE5-D9C8-12FDD9EFDAF0}"/>
          </ac:spMkLst>
        </pc:spChg>
      </pc:sldChg>
      <pc:sldChg chg="modSp mod">
        <pc:chgData name="Mingfeng Qiu" userId="a4f38226-84e2-40f4-ba19-d5136186891e" providerId="ADAL" clId="{16A36007-41E8-4F94-AD95-D826785C7FA7}" dt="2025-11-11T09:17:05.118" v="129" actId="20577"/>
        <pc:sldMkLst>
          <pc:docMk/>
          <pc:sldMk cId="3137308893" sldId="275"/>
        </pc:sldMkLst>
        <pc:spChg chg="mod">
          <ac:chgData name="Mingfeng Qiu" userId="a4f38226-84e2-40f4-ba19-d5136186891e" providerId="ADAL" clId="{16A36007-41E8-4F94-AD95-D826785C7FA7}" dt="2025-11-11T09:16:08.021" v="84" actId="20577"/>
          <ac:spMkLst>
            <pc:docMk/>
            <pc:sldMk cId="3137308893" sldId="275"/>
            <ac:spMk id="2" creationId="{DA1C65AE-AC10-2920-A362-7A56D17C7E6E}"/>
          </ac:spMkLst>
        </pc:spChg>
        <pc:spChg chg="mod">
          <ac:chgData name="Mingfeng Qiu" userId="a4f38226-84e2-40f4-ba19-d5136186891e" providerId="ADAL" clId="{16A36007-41E8-4F94-AD95-D826785C7FA7}" dt="2025-11-11T09:17:05.118" v="129" actId="20577"/>
          <ac:spMkLst>
            <pc:docMk/>
            <pc:sldMk cId="3137308893" sldId="275"/>
            <ac:spMk id="3" creationId="{CEF585AF-932B-054C-AA62-8CADD9759C5A}"/>
          </ac:spMkLst>
        </pc:spChg>
      </pc:sldChg>
      <pc:sldChg chg="addSp delSp modSp new mod modAnim">
        <pc:chgData name="Mingfeng Qiu" userId="a4f38226-84e2-40f4-ba19-d5136186891e" providerId="ADAL" clId="{16A36007-41E8-4F94-AD95-D826785C7FA7}" dt="2025-11-11T09:12:18.463" v="80" actId="20577"/>
        <pc:sldMkLst>
          <pc:docMk/>
          <pc:sldMk cId="1706939916" sldId="276"/>
        </pc:sldMkLst>
        <pc:spChg chg="mod">
          <ac:chgData name="Mingfeng Qiu" userId="a4f38226-84e2-40f4-ba19-d5136186891e" providerId="ADAL" clId="{16A36007-41E8-4F94-AD95-D826785C7FA7}" dt="2025-11-11T09:12:18.463" v="80" actId="20577"/>
          <ac:spMkLst>
            <pc:docMk/>
            <pc:sldMk cId="1706939916" sldId="276"/>
            <ac:spMk id="2" creationId="{376A08E1-40BA-84D6-49FC-51E6D3D229C8}"/>
          </ac:spMkLst>
        </pc:spChg>
        <pc:spChg chg="del">
          <ac:chgData name="Mingfeng Qiu" userId="a4f38226-84e2-40f4-ba19-d5136186891e" providerId="ADAL" clId="{16A36007-41E8-4F94-AD95-D826785C7FA7}" dt="2025-11-11T09:11:30.880" v="37" actId="478"/>
          <ac:spMkLst>
            <pc:docMk/>
            <pc:sldMk cId="1706939916" sldId="276"/>
            <ac:spMk id="3" creationId="{90A900ED-26D3-031D-E5BA-AB4798C82043}"/>
          </ac:spMkLst>
        </pc:spChg>
        <pc:spChg chg="add mod">
          <ac:chgData name="Mingfeng Qiu" userId="a4f38226-84e2-40f4-ba19-d5136186891e" providerId="ADAL" clId="{16A36007-41E8-4F94-AD95-D826785C7FA7}" dt="2025-11-11T09:12:02.732" v="45" actId="1076"/>
          <ac:spMkLst>
            <pc:docMk/>
            <pc:sldMk cId="1706939916" sldId="276"/>
            <ac:spMk id="5" creationId="{3E5F7979-78B8-4AAF-4221-C279DEA6EF4B}"/>
          </ac:spMkLst>
        </pc:spChg>
        <pc:spChg chg="add mod">
          <ac:chgData name="Mingfeng Qiu" userId="a4f38226-84e2-40f4-ba19-d5136186891e" providerId="ADAL" clId="{16A36007-41E8-4F94-AD95-D826785C7FA7}" dt="2025-11-11T09:12:09.800" v="46" actId="1076"/>
          <ac:spMkLst>
            <pc:docMk/>
            <pc:sldMk cId="1706939916" sldId="276"/>
            <ac:spMk id="6" creationId="{1F3EB656-4BE0-F367-BB1E-7F05EF730303}"/>
          </ac:spMkLst>
        </pc:spChg>
        <pc:spChg chg="add del mod">
          <ac:chgData name="Mingfeng Qiu" userId="a4f38226-84e2-40f4-ba19-d5136186891e" providerId="ADAL" clId="{16A36007-41E8-4F94-AD95-D826785C7FA7}" dt="2025-11-11T09:11:55.663" v="44" actId="478"/>
          <ac:spMkLst>
            <pc:docMk/>
            <pc:sldMk cId="1706939916" sldId="276"/>
            <ac:spMk id="7" creationId="{0E87FEDD-863D-8783-0C85-82AD885A9CE4}"/>
          </ac:spMkLst>
        </pc:spChg>
        <pc:spChg chg="add mod">
          <ac:chgData name="Mingfeng Qiu" userId="a4f38226-84e2-40f4-ba19-d5136186891e" providerId="ADAL" clId="{16A36007-41E8-4F94-AD95-D826785C7FA7}" dt="2025-11-11T09:12:02.732" v="45" actId="1076"/>
          <ac:spMkLst>
            <pc:docMk/>
            <pc:sldMk cId="1706939916" sldId="276"/>
            <ac:spMk id="8" creationId="{F2DBD5FE-D308-69F5-C0C3-B99DBEF5575F}"/>
          </ac:spMkLst>
        </pc:spChg>
        <pc:spChg chg="add mod">
          <ac:chgData name="Mingfeng Qiu" userId="a4f38226-84e2-40f4-ba19-d5136186891e" providerId="ADAL" clId="{16A36007-41E8-4F94-AD95-D826785C7FA7}" dt="2025-11-11T09:12:02.732" v="45" actId="1076"/>
          <ac:spMkLst>
            <pc:docMk/>
            <pc:sldMk cId="1706939916" sldId="276"/>
            <ac:spMk id="9" creationId="{52808D88-98EE-30C5-B039-E9B82D71E6E9}"/>
          </ac:spMkLst>
        </pc:spChg>
        <pc:spChg chg="add mod">
          <ac:chgData name="Mingfeng Qiu" userId="a4f38226-84e2-40f4-ba19-d5136186891e" providerId="ADAL" clId="{16A36007-41E8-4F94-AD95-D826785C7FA7}" dt="2025-11-11T09:12:02.732" v="45" actId="1076"/>
          <ac:spMkLst>
            <pc:docMk/>
            <pc:sldMk cId="1706939916" sldId="276"/>
            <ac:spMk id="10" creationId="{CB1C839F-D4A8-89E8-81D1-5D836487CC0A}"/>
          </ac:spMkLst>
        </pc:spChg>
        <pc:spChg chg="add mod">
          <ac:chgData name="Mingfeng Qiu" userId="a4f38226-84e2-40f4-ba19-d5136186891e" providerId="ADAL" clId="{16A36007-41E8-4F94-AD95-D826785C7FA7}" dt="2025-11-11T09:12:09.800" v="46" actId="1076"/>
          <ac:spMkLst>
            <pc:docMk/>
            <pc:sldMk cId="1706939916" sldId="276"/>
            <ac:spMk id="19" creationId="{9D7B33A9-5E31-A12B-3007-8605F30B0962}"/>
          </ac:spMkLst>
        </pc:spChg>
        <pc:spChg chg="mod">
          <ac:chgData name="Mingfeng Qiu" userId="a4f38226-84e2-40f4-ba19-d5136186891e" providerId="ADAL" clId="{16A36007-41E8-4F94-AD95-D826785C7FA7}" dt="2025-11-11T09:11:31.296" v="38"/>
          <ac:spMkLst>
            <pc:docMk/>
            <pc:sldMk cId="1706939916" sldId="276"/>
            <ac:spMk id="21" creationId="{2D27D9F1-D751-F6D8-56B4-50B90345C3AD}"/>
          </ac:spMkLst>
        </pc:spChg>
        <pc:spChg chg="mod">
          <ac:chgData name="Mingfeng Qiu" userId="a4f38226-84e2-40f4-ba19-d5136186891e" providerId="ADAL" clId="{16A36007-41E8-4F94-AD95-D826785C7FA7}" dt="2025-11-11T09:11:31.296" v="38"/>
          <ac:spMkLst>
            <pc:docMk/>
            <pc:sldMk cId="1706939916" sldId="276"/>
            <ac:spMk id="22" creationId="{3FC65E28-2768-4E0A-8887-EB234CA0FE6C}"/>
          </ac:spMkLst>
        </pc:spChg>
        <pc:spChg chg="mod">
          <ac:chgData name="Mingfeng Qiu" userId="a4f38226-84e2-40f4-ba19-d5136186891e" providerId="ADAL" clId="{16A36007-41E8-4F94-AD95-D826785C7FA7}" dt="2025-11-11T09:11:31.296" v="38"/>
          <ac:spMkLst>
            <pc:docMk/>
            <pc:sldMk cId="1706939916" sldId="276"/>
            <ac:spMk id="23" creationId="{13F9B3FA-0266-551F-FC5A-4E3439CB5C8A}"/>
          </ac:spMkLst>
        </pc:spChg>
        <pc:grpChg chg="mod">
          <ac:chgData name="Mingfeng Qiu" userId="a4f38226-84e2-40f4-ba19-d5136186891e" providerId="ADAL" clId="{16A36007-41E8-4F94-AD95-D826785C7FA7}" dt="2025-11-11T09:12:09.800" v="46" actId="1076"/>
          <ac:grpSpMkLst>
            <pc:docMk/>
            <pc:sldMk cId="1706939916" sldId="276"/>
            <ac:grpSpMk id="36" creationId="{CE6C1948-2EB7-16C7-5760-CD1C843E7907}"/>
          </ac:grpSpMkLst>
        </pc:grpChg>
        <pc:cxnChg chg="mod">
          <ac:chgData name="Mingfeng Qiu" userId="a4f38226-84e2-40f4-ba19-d5136186891e" providerId="ADAL" clId="{16A36007-41E8-4F94-AD95-D826785C7FA7}" dt="2025-11-11T09:12:02.732" v="45" actId="1076"/>
          <ac:cxnSpMkLst>
            <pc:docMk/>
            <pc:sldMk cId="1706939916" sldId="276"/>
            <ac:cxnSpMk id="12" creationId="{E1844A19-514B-5EC4-3655-43C74B54F603}"/>
          </ac:cxnSpMkLst>
        </pc:cxnChg>
        <pc:cxnChg chg="mod">
          <ac:chgData name="Mingfeng Qiu" userId="a4f38226-84e2-40f4-ba19-d5136186891e" providerId="ADAL" clId="{16A36007-41E8-4F94-AD95-D826785C7FA7}" dt="2025-11-11T09:12:02.732" v="45" actId="1076"/>
          <ac:cxnSpMkLst>
            <pc:docMk/>
            <pc:sldMk cId="1706939916" sldId="276"/>
            <ac:cxnSpMk id="14" creationId="{8783FEAF-7D3E-EEF4-D1E8-616E3AC4890D}"/>
          </ac:cxnSpMkLst>
        </pc:cxnChg>
        <pc:cxnChg chg="mod">
          <ac:chgData name="Mingfeng Qiu" userId="a4f38226-84e2-40f4-ba19-d5136186891e" providerId="ADAL" clId="{16A36007-41E8-4F94-AD95-D826785C7FA7}" dt="2025-11-11T09:12:02.732" v="45" actId="1076"/>
          <ac:cxnSpMkLst>
            <pc:docMk/>
            <pc:sldMk cId="1706939916" sldId="276"/>
            <ac:cxnSpMk id="16" creationId="{1BF40224-8841-5D59-CB48-48F4CAF1CA85}"/>
          </ac:cxnSpMkLst>
        </pc:cxnChg>
        <pc:cxnChg chg="mod">
          <ac:chgData name="Mingfeng Qiu" userId="a4f38226-84e2-40f4-ba19-d5136186891e" providerId="ADAL" clId="{16A36007-41E8-4F94-AD95-D826785C7FA7}" dt="2025-11-11T09:12:02.732" v="45" actId="1076"/>
          <ac:cxnSpMkLst>
            <pc:docMk/>
            <pc:sldMk cId="1706939916" sldId="276"/>
            <ac:cxnSpMk id="38" creationId="{F6EEA5C9-444D-DCC9-0E3B-BCCC626D00B8}"/>
          </ac:cxnSpMkLst>
        </pc:cxnChg>
      </pc:sldChg>
      <pc:sldChg chg="addSp delSp modSp new mod">
        <pc:chgData name="Mingfeng Qiu" userId="a4f38226-84e2-40f4-ba19-d5136186891e" providerId="ADAL" clId="{16A36007-41E8-4F94-AD95-D826785C7FA7}" dt="2025-11-11T09:18:12.708" v="135" actId="1076"/>
        <pc:sldMkLst>
          <pc:docMk/>
          <pc:sldMk cId="3187842892" sldId="277"/>
        </pc:sldMkLst>
        <pc:spChg chg="mod">
          <ac:chgData name="Mingfeng Qiu" userId="a4f38226-84e2-40f4-ba19-d5136186891e" providerId="ADAL" clId="{16A36007-41E8-4F94-AD95-D826785C7FA7}" dt="2025-11-11T09:17:51.931" v="132" actId="20577"/>
          <ac:spMkLst>
            <pc:docMk/>
            <pc:sldMk cId="3187842892" sldId="277"/>
            <ac:spMk id="2" creationId="{D8B7C1C1-C82C-1317-60EB-B3A1F0B7185F}"/>
          </ac:spMkLst>
        </pc:spChg>
        <pc:spChg chg="del">
          <ac:chgData name="Mingfeng Qiu" userId="a4f38226-84e2-40f4-ba19-d5136186891e" providerId="ADAL" clId="{16A36007-41E8-4F94-AD95-D826785C7FA7}" dt="2025-11-11T09:18:01.826" v="133" actId="478"/>
          <ac:spMkLst>
            <pc:docMk/>
            <pc:sldMk cId="3187842892" sldId="277"/>
            <ac:spMk id="3" creationId="{CEB3333A-E068-5DC2-593A-D2E5A675AA39}"/>
          </ac:spMkLst>
        </pc:spChg>
        <pc:spChg chg="add mod">
          <ac:chgData name="Mingfeng Qiu" userId="a4f38226-84e2-40f4-ba19-d5136186891e" providerId="ADAL" clId="{16A36007-41E8-4F94-AD95-D826785C7FA7}" dt="2025-11-11T09:18:12.708" v="135" actId="1076"/>
          <ac:spMkLst>
            <pc:docMk/>
            <pc:sldMk cId="3187842892" sldId="277"/>
            <ac:spMk id="5" creationId="{1442DC60-59FB-AF84-3969-4C2D3CBEDB10}"/>
          </ac:spMkLst>
        </pc:spChg>
        <pc:spChg chg="add mod">
          <ac:chgData name="Mingfeng Qiu" userId="a4f38226-84e2-40f4-ba19-d5136186891e" providerId="ADAL" clId="{16A36007-41E8-4F94-AD95-D826785C7FA7}" dt="2025-11-11T09:18:12.708" v="135" actId="1076"/>
          <ac:spMkLst>
            <pc:docMk/>
            <pc:sldMk cId="3187842892" sldId="277"/>
            <ac:spMk id="6" creationId="{144BC6AB-6BDD-0E59-4B31-41E88EA6ED3C}"/>
          </ac:spMkLst>
        </pc:spChg>
      </pc:sldChg>
      <pc:sldChg chg="addSp delSp modSp new mod modAnim">
        <pc:chgData name="Mingfeng Qiu" userId="a4f38226-84e2-40f4-ba19-d5136186891e" providerId="ADAL" clId="{16A36007-41E8-4F94-AD95-D826785C7FA7}" dt="2025-11-11T09:22:47.200" v="200" actId="20577"/>
        <pc:sldMkLst>
          <pc:docMk/>
          <pc:sldMk cId="2622525945" sldId="278"/>
        </pc:sldMkLst>
        <pc:spChg chg="mod">
          <ac:chgData name="Mingfeng Qiu" userId="a4f38226-84e2-40f4-ba19-d5136186891e" providerId="ADAL" clId="{16A36007-41E8-4F94-AD95-D826785C7FA7}" dt="2025-11-11T09:20:45.362" v="140" actId="20577"/>
          <ac:spMkLst>
            <pc:docMk/>
            <pc:sldMk cId="2622525945" sldId="278"/>
            <ac:spMk id="2" creationId="{0BC35146-A501-A6E1-1CF9-0D0BFCAFA14A}"/>
          </ac:spMkLst>
        </pc:spChg>
        <pc:spChg chg="del">
          <ac:chgData name="Mingfeng Qiu" userId="a4f38226-84e2-40f4-ba19-d5136186891e" providerId="ADAL" clId="{16A36007-41E8-4F94-AD95-D826785C7FA7}" dt="2025-11-11T09:20:38.899" v="138" actId="478"/>
          <ac:spMkLst>
            <pc:docMk/>
            <pc:sldMk cId="2622525945" sldId="278"/>
            <ac:spMk id="3" creationId="{540A86AE-073C-78D2-C5A1-C301B15BD064}"/>
          </ac:spMkLst>
        </pc:spChg>
        <pc:spChg chg="add mod">
          <ac:chgData name="Mingfeng Qiu" userId="a4f38226-84e2-40f4-ba19-d5136186891e" providerId="ADAL" clId="{16A36007-41E8-4F94-AD95-D826785C7FA7}" dt="2025-11-11T09:22:47.200" v="200" actId="20577"/>
          <ac:spMkLst>
            <pc:docMk/>
            <pc:sldMk cId="2622525945" sldId="278"/>
            <ac:spMk id="6" creationId="{4D3AAA4D-B88C-950B-63DF-97A703473F94}"/>
          </ac:spMkLst>
        </pc:spChg>
        <pc:spChg chg="add mod">
          <ac:chgData name="Mingfeng Qiu" userId="a4f38226-84e2-40f4-ba19-d5136186891e" providerId="ADAL" clId="{16A36007-41E8-4F94-AD95-D826785C7FA7}" dt="2025-11-11T09:21:07.242" v="145" actId="1076"/>
          <ac:spMkLst>
            <pc:docMk/>
            <pc:sldMk cId="2622525945" sldId="278"/>
            <ac:spMk id="7" creationId="{D8008550-2137-6166-FAF2-E919886713B6}"/>
          </ac:spMkLst>
        </pc:spChg>
        <pc:picChg chg="add mod">
          <ac:chgData name="Mingfeng Qiu" userId="a4f38226-84e2-40f4-ba19-d5136186891e" providerId="ADAL" clId="{16A36007-41E8-4F94-AD95-D826785C7FA7}" dt="2025-11-11T09:21:21.774" v="147" actId="1076"/>
          <ac:picMkLst>
            <pc:docMk/>
            <pc:sldMk cId="2622525945" sldId="278"/>
            <ac:picMk id="5" creationId="{487FD2E1-D6A3-75ED-883C-F57B6C6F57E1}"/>
          </ac:picMkLst>
        </pc:picChg>
      </pc:sldChg>
      <pc:sldChg chg="addSp delSp modSp new mod modAnim">
        <pc:chgData name="Mingfeng Qiu" userId="a4f38226-84e2-40f4-ba19-d5136186891e" providerId="ADAL" clId="{16A36007-41E8-4F94-AD95-D826785C7FA7}" dt="2025-11-11T09:23:49.236" v="206" actId="1076"/>
        <pc:sldMkLst>
          <pc:docMk/>
          <pc:sldMk cId="3746450861" sldId="279"/>
        </pc:sldMkLst>
        <pc:spChg chg="mod">
          <ac:chgData name="Mingfeng Qiu" userId="a4f38226-84e2-40f4-ba19-d5136186891e" providerId="ADAL" clId="{16A36007-41E8-4F94-AD95-D826785C7FA7}" dt="2025-11-11T09:23:17.019" v="203" actId="20577"/>
          <ac:spMkLst>
            <pc:docMk/>
            <pc:sldMk cId="3746450861" sldId="279"/>
            <ac:spMk id="2" creationId="{164C8602-B47B-824B-3000-CBB357CF725E}"/>
          </ac:spMkLst>
        </pc:spChg>
        <pc:spChg chg="del">
          <ac:chgData name="Mingfeng Qiu" userId="a4f38226-84e2-40f4-ba19-d5136186891e" providerId="ADAL" clId="{16A36007-41E8-4F94-AD95-D826785C7FA7}" dt="2025-11-11T09:23:19.150" v="204" actId="478"/>
          <ac:spMkLst>
            <pc:docMk/>
            <pc:sldMk cId="3746450861" sldId="279"/>
            <ac:spMk id="3" creationId="{630E10AA-2E7D-C8C8-8483-D11F27A21D69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6" creationId="{2FF39353-7622-BBD3-389D-0BA4F19476DB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11" creationId="{613AF7D7-8FA2-5078-AE8A-9CAB29D4281C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12" creationId="{BF4DBBF2-403B-E14A-0A51-111BC8B87BC7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13" creationId="{F5AA2853-5481-25BE-53ED-E942C57841D8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14" creationId="{73AD82EB-4CC2-E4AB-CA4D-FDF391A011D7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15" creationId="{67B3F893-4182-0FDF-8219-96D837F82B0C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18" creationId="{DE388189-F506-6371-12D7-A54C669F74A6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19" creationId="{0F225012-8558-3915-9730-94E7000B46E7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20" creationId="{E4018992-A178-A702-43BB-414D06551706}"/>
          </ac:spMkLst>
        </pc:spChg>
        <pc:spChg chg="add mod">
          <ac:chgData name="Mingfeng Qiu" userId="a4f38226-84e2-40f4-ba19-d5136186891e" providerId="ADAL" clId="{16A36007-41E8-4F94-AD95-D826785C7FA7}" dt="2025-11-11T09:23:49.236" v="206" actId="1076"/>
          <ac:spMkLst>
            <pc:docMk/>
            <pc:sldMk cId="3746450861" sldId="279"/>
            <ac:spMk id="21" creationId="{3DB06010-731E-739B-EB5A-496818D44567}"/>
          </ac:spMkLst>
        </pc:spChg>
      </pc:sldChg>
      <pc:sldChg chg="addSp delSp modSp new mod">
        <pc:chgData name="Mingfeng Qiu" userId="a4f38226-84e2-40f4-ba19-d5136186891e" providerId="ADAL" clId="{16A36007-41E8-4F94-AD95-D826785C7FA7}" dt="2025-11-11T09:33:52.369" v="258" actId="1076"/>
        <pc:sldMkLst>
          <pc:docMk/>
          <pc:sldMk cId="3997486482" sldId="280"/>
        </pc:sldMkLst>
        <pc:spChg chg="mod">
          <ac:chgData name="Mingfeng Qiu" userId="a4f38226-84e2-40f4-ba19-d5136186891e" providerId="ADAL" clId="{16A36007-41E8-4F94-AD95-D826785C7FA7}" dt="2025-11-11T09:33:19.034" v="219" actId="20577"/>
          <ac:spMkLst>
            <pc:docMk/>
            <pc:sldMk cId="3997486482" sldId="280"/>
            <ac:spMk id="2" creationId="{0DA06553-CD92-2001-ADF7-899252B7E003}"/>
          </ac:spMkLst>
        </pc:spChg>
        <pc:spChg chg="del">
          <ac:chgData name="Mingfeng Qiu" userId="a4f38226-84e2-40f4-ba19-d5136186891e" providerId="ADAL" clId="{16A36007-41E8-4F94-AD95-D826785C7FA7}" dt="2025-11-11T09:33:21.446" v="220" actId="478"/>
          <ac:spMkLst>
            <pc:docMk/>
            <pc:sldMk cId="3997486482" sldId="280"/>
            <ac:spMk id="3" creationId="{1F66C47E-1324-C055-1DF0-32D4461E4446}"/>
          </ac:spMkLst>
        </pc:spChg>
        <pc:spChg chg="add mod">
          <ac:chgData name="Mingfeng Qiu" userId="a4f38226-84e2-40f4-ba19-d5136186891e" providerId="ADAL" clId="{16A36007-41E8-4F94-AD95-D826785C7FA7}" dt="2025-11-11T09:33:52.369" v="258" actId="1076"/>
          <ac:spMkLst>
            <pc:docMk/>
            <pc:sldMk cId="3997486482" sldId="280"/>
            <ac:spMk id="5" creationId="{42EE80C3-67C9-9496-50A7-BB36ABD36C4A}"/>
          </ac:spMkLst>
        </pc:spChg>
      </pc:sldChg>
      <pc:sldChg chg="add del">
        <pc:chgData name="Mingfeng Qiu" userId="a4f38226-84e2-40f4-ba19-d5136186891e" providerId="ADAL" clId="{16A36007-41E8-4F94-AD95-D826785C7FA7}" dt="2025-11-11T09:38:20.718" v="260" actId="47"/>
        <pc:sldMkLst>
          <pc:docMk/>
          <pc:sldMk cId="1571742376" sldId="281"/>
        </pc:sldMkLst>
      </pc:sldChg>
      <pc:sldChg chg="addSp delSp modSp new mod modAnim">
        <pc:chgData name="Mingfeng Qiu" userId="a4f38226-84e2-40f4-ba19-d5136186891e" providerId="ADAL" clId="{16A36007-41E8-4F94-AD95-D826785C7FA7}" dt="2025-11-11T09:39:49.753" v="274" actId="1076"/>
        <pc:sldMkLst>
          <pc:docMk/>
          <pc:sldMk cId="2678027089" sldId="281"/>
        </pc:sldMkLst>
        <pc:spChg chg="mod">
          <ac:chgData name="Mingfeng Qiu" userId="a4f38226-84e2-40f4-ba19-d5136186891e" providerId="ADAL" clId="{16A36007-41E8-4F94-AD95-D826785C7FA7}" dt="2025-11-11T09:39:10.529" v="263" actId="20577"/>
          <ac:spMkLst>
            <pc:docMk/>
            <pc:sldMk cId="2678027089" sldId="281"/>
            <ac:spMk id="2" creationId="{0F8CFA7B-7C53-61A6-C94F-0C30E773376E}"/>
          </ac:spMkLst>
        </pc:spChg>
        <pc:spChg chg="del">
          <ac:chgData name="Mingfeng Qiu" userId="a4f38226-84e2-40f4-ba19-d5136186891e" providerId="ADAL" clId="{16A36007-41E8-4F94-AD95-D826785C7FA7}" dt="2025-11-11T09:39:13.119" v="264" actId="478"/>
          <ac:spMkLst>
            <pc:docMk/>
            <pc:sldMk cId="2678027089" sldId="281"/>
            <ac:spMk id="3" creationId="{1E77FAF5-8DBD-FD88-765C-C6E1E264AC61}"/>
          </ac:spMkLst>
        </pc:spChg>
        <pc:spChg chg="add mod">
          <ac:chgData name="Mingfeng Qiu" userId="a4f38226-84e2-40f4-ba19-d5136186891e" providerId="ADAL" clId="{16A36007-41E8-4F94-AD95-D826785C7FA7}" dt="2025-11-11T09:39:44.792" v="273" actId="14100"/>
          <ac:spMkLst>
            <pc:docMk/>
            <pc:sldMk cId="2678027089" sldId="281"/>
            <ac:spMk id="5" creationId="{4D3AAA4D-B88C-950B-63DF-97A703473F94}"/>
          </ac:spMkLst>
        </pc:spChg>
        <pc:picChg chg="add mod">
          <ac:chgData name="Mingfeng Qiu" userId="a4f38226-84e2-40f4-ba19-d5136186891e" providerId="ADAL" clId="{16A36007-41E8-4F94-AD95-D826785C7FA7}" dt="2025-11-11T09:39:49.753" v="274" actId="1076"/>
          <ac:picMkLst>
            <pc:docMk/>
            <pc:sldMk cId="2678027089" sldId="281"/>
            <ac:picMk id="6" creationId="{0E913A4A-FE64-7169-9CCB-D6A41B20AF4A}"/>
          </ac:picMkLst>
        </pc:picChg>
      </pc:sldChg>
      <pc:sldChg chg="addSp delSp modSp new mod delAnim modAnim">
        <pc:chgData name="Mingfeng Qiu" userId="a4f38226-84e2-40f4-ba19-d5136186891e" providerId="ADAL" clId="{16A36007-41E8-4F94-AD95-D826785C7FA7}" dt="2025-11-11T09:44:52.286" v="455" actId="12"/>
        <pc:sldMkLst>
          <pc:docMk/>
          <pc:sldMk cId="461298815" sldId="282"/>
        </pc:sldMkLst>
        <pc:spChg chg="mod">
          <ac:chgData name="Mingfeng Qiu" userId="a4f38226-84e2-40f4-ba19-d5136186891e" providerId="ADAL" clId="{16A36007-41E8-4F94-AD95-D826785C7FA7}" dt="2025-11-11T09:40:08.891" v="290" actId="20577"/>
          <ac:spMkLst>
            <pc:docMk/>
            <pc:sldMk cId="461298815" sldId="282"/>
            <ac:spMk id="2" creationId="{C08EFD76-C05C-B7A7-BD0E-99EE4792CA03}"/>
          </ac:spMkLst>
        </pc:spChg>
        <pc:spChg chg="del">
          <ac:chgData name="Mingfeng Qiu" userId="a4f38226-84e2-40f4-ba19-d5136186891e" providerId="ADAL" clId="{16A36007-41E8-4F94-AD95-D826785C7FA7}" dt="2025-11-11T09:40:12.231" v="291" actId="478"/>
          <ac:spMkLst>
            <pc:docMk/>
            <pc:sldMk cId="461298815" sldId="282"/>
            <ac:spMk id="3" creationId="{2F8DF49D-067C-1382-D00A-63BB13D174D3}"/>
          </ac:spMkLst>
        </pc:spChg>
        <pc:spChg chg="add mod">
          <ac:chgData name="Mingfeng Qiu" userId="a4f38226-84e2-40f4-ba19-d5136186891e" providerId="ADAL" clId="{16A36007-41E8-4F94-AD95-D826785C7FA7}" dt="2025-11-11T09:41:27.070" v="336" actId="14100"/>
          <ac:spMkLst>
            <pc:docMk/>
            <pc:sldMk cId="461298815" sldId="282"/>
            <ac:spMk id="5" creationId="{4D3AAA4D-B88C-950B-63DF-97A703473F94}"/>
          </ac:spMkLst>
        </pc:spChg>
        <pc:spChg chg="add del mod">
          <ac:chgData name="Mingfeng Qiu" userId="a4f38226-84e2-40f4-ba19-d5136186891e" providerId="ADAL" clId="{16A36007-41E8-4F94-AD95-D826785C7FA7}" dt="2025-11-11T09:40:39.668" v="297" actId="478"/>
          <ac:spMkLst>
            <pc:docMk/>
            <pc:sldMk cId="461298815" sldId="282"/>
            <ac:spMk id="6" creationId="{D7BC9607-1955-DD5E-48F7-C64BD4B60A73}"/>
          </ac:spMkLst>
        </pc:spChg>
        <pc:spChg chg="add mod">
          <ac:chgData name="Mingfeng Qiu" userId="a4f38226-84e2-40f4-ba19-d5136186891e" providerId="ADAL" clId="{16A36007-41E8-4F94-AD95-D826785C7FA7}" dt="2025-11-11T09:44:52.286" v="455" actId="12"/>
          <ac:spMkLst>
            <pc:docMk/>
            <pc:sldMk cId="461298815" sldId="282"/>
            <ac:spMk id="8" creationId="{74C10A02-6475-5814-E3D3-47D430E68B72}"/>
          </ac:spMkLst>
        </pc:spChg>
        <pc:picChg chg="add mod">
          <ac:chgData name="Mingfeng Qiu" userId="a4f38226-84e2-40f4-ba19-d5136186891e" providerId="ADAL" clId="{16A36007-41E8-4F94-AD95-D826785C7FA7}" dt="2025-11-11T09:40:25.114" v="294" actId="1076"/>
          <ac:picMkLst>
            <pc:docMk/>
            <pc:sldMk cId="461298815" sldId="282"/>
            <ac:picMk id="7" creationId="{680E1D56-2F02-B05A-CE86-8B2B0CC258AF}"/>
          </ac:picMkLst>
        </pc:picChg>
      </pc:sldChg>
      <pc:sldChg chg="addSp delSp modSp new mod">
        <pc:chgData name="Mingfeng Qiu" userId="a4f38226-84e2-40f4-ba19-d5136186891e" providerId="ADAL" clId="{16A36007-41E8-4F94-AD95-D826785C7FA7}" dt="2025-11-11T09:45:19.772" v="474" actId="1076"/>
        <pc:sldMkLst>
          <pc:docMk/>
          <pc:sldMk cId="3178110885" sldId="283"/>
        </pc:sldMkLst>
        <pc:spChg chg="mod">
          <ac:chgData name="Mingfeng Qiu" userId="a4f38226-84e2-40f4-ba19-d5136186891e" providerId="ADAL" clId="{16A36007-41E8-4F94-AD95-D826785C7FA7}" dt="2025-11-11T09:45:06.838" v="470" actId="20577"/>
          <ac:spMkLst>
            <pc:docMk/>
            <pc:sldMk cId="3178110885" sldId="283"/>
            <ac:spMk id="2" creationId="{D2E741CF-A9B4-EED3-CE8C-E898508E7481}"/>
          </ac:spMkLst>
        </pc:spChg>
        <pc:spChg chg="del">
          <ac:chgData name="Mingfeng Qiu" userId="a4f38226-84e2-40f4-ba19-d5136186891e" providerId="ADAL" clId="{16A36007-41E8-4F94-AD95-D826785C7FA7}" dt="2025-11-11T09:45:09.379" v="471" actId="478"/>
          <ac:spMkLst>
            <pc:docMk/>
            <pc:sldMk cId="3178110885" sldId="283"/>
            <ac:spMk id="3" creationId="{11576899-8580-D90F-1410-55F05D59F824}"/>
          </ac:spMkLst>
        </pc:spChg>
        <pc:spChg chg="add mod">
          <ac:chgData name="Mingfeng Qiu" userId="a4f38226-84e2-40f4-ba19-d5136186891e" providerId="ADAL" clId="{16A36007-41E8-4F94-AD95-D826785C7FA7}" dt="2025-11-11T09:45:19.772" v="474" actId="1076"/>
          <ac:spMkLst>
            <pc:docMk/>
            <pc:sldMk cId="3178110885" sldId="283"/>
            <ac:spMk id="5" creationId="{4D3AAA4D-B88C-950B-63DF-97A703473F94}"/>
          </ac:spMkLst>
        </pc:spChg>
        <pc:spChg chg="mod">
          <ac:chgData name="Mingfeng Qiu" userId="a4f38226-84e2-40f4-ba19-d5136186891e" providerId="ADAL" clId="{16A36007-41E8-4F94-AD95-D826785C7FA7}" dt="2025-11-11T09:45:15.519" v="473"/>
          <ac:spMkLst>
            <pc:docMk/>
            <pc:sldMk cId="3178110885" sldId="283"/>
            <ac:spMk id="7" creationId="{CB80A4FD-BEDD-49DE-E102-3BE85EA5CF42}"/>
          </ac:spMkLst>
        </pc:spChg>
        <pc:spChg chg="mod">
          <ac:chgData name="Mingfeng Qiu" userId="a4f38226-84e2-40f4-ba19-d5136186891e" providerId="ADAL" clId="{16A36007-41E8-4F94-AD95-D826785C7FA7}" dt="2025-11-11T09:45:15.519" v="473"/>
          <ac:spMkLst>
            <pc:docMk/>
            <pc:sldMk cId="3178110885" sldId="283"/>
            <ac:spMk id="8" creationId="{37E85A0A-6A96-D8E5-E079-5B8FC815624E}"/>
          </ac:spMkLst>
        </pc:spChg>
        <pc:spChg chg="mod">
          <ac:chgData name="Mingfeng Qiu" userId="a4f38226-84e2-40f4-ba19-d5136186891e" providerId="ADAL" clId="{16A36007-41E8-4F94-AD95-D826785C7FA7}" dt="2025-11-11T09:45:15.519" v="473"/>
          <ac:spMkLst>
            <pc:docMk/>
            <pc:sldMk cId="3178110885" sldId="283"/>
            <ac:spMk id="9" creationId="{DD9899D1-BA0B-C6A8-6F1D-335CB45BF190}"/>
          </ac:spMkLst>
        </pc:spChg>
        <pc:spChg chg="mod">
          <ac:chgData name="Mingfeng Qiu" userId="a4f38226-84e2-40f4-ba19-d5136186891e" providerId="ADAL" clId="{16A36007-41E8-4F94-AD95-D826785C7FA7}" dt="2025-11-11T09:45:15.519" v="473"/>
          <ac:spMkLst>
            <pc:docMk/>
            <pc:sldMk cId="3178110885" sldId="283"/>
            <ac:spMk id="10" creationId="{7AC06B14-D7D6-3AFC-9FC9-D4ED98F143D0}"/>
          </ac:spMkLst>
        </pc:spChg>
        <pc:spChg chg="add mod">
          <ac:chgData name="Mingfeng Qiu" userId="a4f38226-84e2-40f4-ba19-d5136186891e" providerId="ADAL" clId="{16A36007-41E8-4F94-AD95-D826785C7FA7}" dt="2025-11-11T09:45:19.772" v="474" actId="1076"/>
          <ac:spMkLst>
            <pc:docMk/>
            <pc:sldMk cId="3178110885" sldId="283"/>
            <ac:spMk id="17" creationId="{F57D7C90-F583-4C33-2EE8-DF978B73E923}"/>
          </ac:spMkLst>
        </pc:spChg>
        <pc:spChg chg="add mod">
          <ac:chgData name="Mingfeng Qiu" userId="a4f38226-84e2-40f4-ba19-d5136186891e" providerId="ADAL" clId="{16A36007-41E8-4F94-AD95-D826785C7FA7}" dt="2025-11-11T09:45:19.772" v="474" actId="1076"/>
          <ac:spMkLst>
            <pc:docMk/>
            <pc:sldMk cId="3178110885" sldId="283"/>
            <ac:spMk id="18" creationId="{47FD0216-78F0-2EFB-4F0D-4707126173FD}"/>
          </ac:spMkLst>
        </pc:spChg>
        <pc:grpChg chg="add mod">
          <ac:chgData name="Mingfeng Qiu" userId="a4f38226-84e2-40f4-ba19-d5136186891e" providerId="ADAL" clId="{16A36007-41E8-4F94-AD95-D826785C7FA7}" dt="2025-11-11T09:45:19.772" v="474" actId="1076"/>
          <ac:grpSpMkLst>
            <pc:docMk/>
            <pc:sldMk cId="3178110885" sldId="283"/>
            <ac:grpSpMk id="6" creationId="{E4B9E578-7FA4-A7BC-CE62-784A7360A886}"/>
          </ac:grpSpMkLst>
        </pc:grpChg>
        <pc:cxnChg chg="mod">
          <ac:chgData name="Mingfeng Qiu" userId="a4f38226-84e2-40f4-ba19-d5136186891e" providerId="ADAL" clId="{16A36007-41E8-4F94-AD95-D826785C7FA7}" dt="2025-11-11T09:45:15.519" v="473"/>
          <ac:cxnSpMkLst>
            <pc:docMk/>
            <pc:sldMk cId="3178110885" sldId="283"/>
            <ac:cxnSpMk id="13" creationId="{DDF065FE-A8F4-54CA-01F6-A35FE67214E2}"/>
          </ac:cxnSpMkLst>
        </pc:cxnChg>
        <pc:cxnChg chg="mod">
          <ac:chgData name="Mingfeng Qiu" userId="a4f38226-84e2-40f4-ba19-d5136186891e" providerId="ADAL" clId="{16A36007-41E8-4F94-AD95-D826785C7FA7}" dt="2025-11-11T09:45:15.519" v="473"/>
          <ac:cxnSpMkLst>
            <pc:docMk/>
            <pc:sldMk cId="3178110885" sldId="283"/>
            <ac:cxnSpMk id="15" creationId="{A330514F-40CE-BAA1-E15A-3C0CA0BB377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0906-6A0C-4AC6-9D47-41FA3D95A6EA}" type="datetimeFigureOut">
              <a:rPr lang="en-NZ" smtClean="0"/>
              <a:t>11/11/2025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2E1A0-709E-40B4-8B66-29D5C788509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3275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7675D-9AD6-4775-9E2E-5DC085707905}" type="datetime1">
              <a:rPr lang="en-NZ" smtClean="0"/>
              <a:t>11/11/2025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0646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FCC5F-6FDC-49F2-B4A8-9C3642CB3FA7}" type="datetime1">
              <a:rPr lang="en-NZ" smtClean="0"/>
              <a:t>11/11/2025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4220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CC1F-9328-4D4A-A152-D6E76DC9064B}" type="datetime1">
              <a:rPr lang="en-NZ" smtClean="0"/>
              <a:t>11/11/2025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7664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CA94-A55B-4134-A649-66195170FB5A}" type="datetime1">
              <a:rPr lang="en-NZ" smtClean="0"/>
              <a:t>11/11/2025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4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78C8-5A1F-4E38-BCD4-8295B6370A76}" type="datetime1">
              <a:rPr lang="en-NZ" smtClean="0"/>
              <a:t>11/11/2025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3554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5E4F0-54FA-4086-9B10-B6F85A87D7A8}" type="datetime1">
              <a:rPr lang="en-NZ" smtClean="0"/>
              <a:t>11/11/2025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2185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D4BA-8394-4FAC-A986-E3612479EA7C}" type="datetime1">
              <a:rPr lang="en-NZ" smtClean="0"/>
              <a:t>11/11/2025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4623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FE01C-753C-43FE-8F73-5BB29EB40362}" type="datetime1">
              <a:rPr lang="en-NZ" smtClean="0"/>
              <a:t>11/11/2025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418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8DEA8-0D01-43E9-919F-4618CEF3C0E1}" type="datetime1">
              <a:rPr lang="en-NZ" smtClean="0"/>
              <a:t>11/11/2025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436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3BB65-5436-4FFC-9807-15E412B59DAE}" type="datetime1">
              <a:rPr lang="en-NZ" smtClean="0"/>
              <a:t>11/11/2025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5048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B08F-D47C-482F-B0BC-6459C4D7A932}" type="datetime1">
              <a:rPr lang="en-NZ" smtClean="0"/>
              <a:t>11/11/2025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7840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ADF9-8E0D-4BB6-A0E0-61794124A35B}" type="datetime1">
              <a:rPr lang="en-NZ" smtClean="0"/>
              <a:t>11/11/2025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B6986-55F1-437B-9C5F-06A7547930C2}" type="slidenum">
              <a:rPr lang="en-NZ" smtClean="0"/>
              <a:t>‹#›</a:t>
            </a:fld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4D084-FF02-0AF6-AED9-B537D009D5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2035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397401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6B36-A263-CC45-EDC8-F29774017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935" y="385798"/>
            <a:ext cx="7966129" cy="883403"/>
          </a:xfrm>
        </p:spPr>
        <p:txBody>
          <a:bodyPr>
            <a:noAutofit/>
          </a:bodyPr>
          <a:lstStyle/>
          <a:p>
            <a:pPr algn="l"/>
            <a:r>
              <a:rPr lang="en-NZ" sz="5400" dirty="0">
                <a:latin typeface="Univers Light" panose="020F0502020204030204" pitchFamily="34" charset="0"/>
              </a:rPr>
              <a:t>Introduction to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8C55F-F3AE-1828-99C2-6B439F217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935" y="1505242"/>
            <a:ext cx="6858000" cy="11003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NZ" sz="1800" dirty="0">
                <a:latin typeface="Univers Light" panose="020B0403020202020204" pitchFamily="34" charset="0"/>
              </a:rPr>
              <a:t>Summer Project Research Workshop</a:t>
            </a:r>
          </a:p>
          <a:p>
            <a:pPr algn="l">
              <a:spcBef>
                <a:spcPts val="600"/>
              </a:spcBef>
            </a:pPr>
            <a:r>
              <a:rPr lang="en-NZ" sz="1800" dirty="0">
                <a:latin typeface="Univers Light"/>
              </a:rPr>
              <a:t>12 Nov 2025</a:t>
            </a:r>
            <a:endParaRPr lang="en-NZ" sz="1800" dirty="0">
              <a:latin typeface="Univers Light" panose="020B0403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0450009-0D8B-AD89-D92A-69F167F88742}"/>
              </a:ext>
            </a:extLst>
          </p:cNvPr>
          <p:cNvSpPr txBox="1">
            <a:spLocks/>
          </p:cNvSpPr>
          <p:nvPr/>
        </p:nvSpPr>
        <p:spPr>
          <a:xfrm>
            <a:off x="2199736" y="4349230"/>
            <a:ext cx="6858000" cy="20070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NZ" sz="1600" dirty="0">
                <a:latin typeface="Univers Light"/>
              </a:rPr>
              <a:t>Mingfeng Qiu</a:t>
            </a:r>
            <a:endParaRPr lang="en-NZ" sz="1600" dirty="0">
              <a:latin typeface="Univers Light" panose="020B0403020202020204" pitchFamily="34" charset="0"/>
            </a:endParaRPr>
          </a:p>
          <a:p>
            <a:pPr algn="r">
              <a:spcBef>
                <a:spcPts val="600"/>
              </a:spcBef>
            </a:pPr>
            <a:r>
              <a:rPr lang="en-NZ" sz="1600" dirty="0">
                <a:latin typeface="Univers Light" panose="020B0403020202020204" pitchFamily="34" charset="0"/>
              </a:rPr>
              <a:t>School of Maths &amp; Stats</a:t>
            </a:r>
          </a:p>
          <a:p>
            <a:pPr algn="r">
              <a:spcBef>
                <a:spcPts val="600"/>
              </a:spcBef>
            </a:pPr>
            <a:endParaRPr lang="en-NZ" sz="1600" dirty="0">
              <a:latin typeface="Univers Light" panose="020B0403020202020204" pitchFamily="34" charset="0"/>
            </a:endParaRPr>
          </a:p>
          <a:p>
            <a:pPr algn="r">
              <a:spcBef>
                <a:spcPts val="600"/>
              </a:spcBef>
            </a:pPr>
            <a:r>
              <a:rPr lang="en-NZ" sz="1600" dirty="0">
                <a:latin typeface="Univers Light" panose="020B0403020202020204" pitchFamily="34" charset="0"/>
              </a:rPr>
              <a:t>Slides:</a:t>
            </a:r>
          </a:p>
          <a:p>
            <a:pPr algn="r">
              <a:spcBef>
                <a:spcPts val="600"/>
              </a:spcBef>
            </a:pPr>
            <a:r>
              <a:rPr lang="en-NZ" sz="1600" dirty="0">
                <a:latin typeface="Univers Light" panose="020B0403020202020204" pitchFamily="34" charset="0"/>
              </a:rPr>
              <a:t>Mingfeng Qiu, Philipp Wacker</a:t>
            </a:r>
          </a:p>
        </p:txBody>
      </p:sp>
      <p:pic>
        <p:nvPicPr>
          <p:cNvPr id="8" name="Picture 7" descr="A cartoon of a person and person&#10;&#10;Description automatically generated">
            <a:extLst>
              <a:ext uri="{FF2B5EF4-FFF2-40B4-BE49-F238E27FC236}">
                <a16:creationId xmlns:a16="http://schemas.microsoft.com/office/drawing/2014/main" id="{CDE759DE-F918-7976-A0EA-2109B5686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55" y="2841664"/>
            <a:ext cx="5725714" cy="349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A08E1-40BA-84D6-49FC-51E6D3D22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life cycle of a research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B7FC-E3F8-574E-F816-91CDCFB2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2</a:t>
            </a:fld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F7979-78B8-4AAF-4221-C279DEA6EF4B}"/>
              </a:ext>
            </a:extLst>
          </p:cNvPr>
          <p:cNvSpPr txBox="1"/>
          <p:nvPr/>
        </p:nvSpPr>
        <p:spPr>
          <a:xfrm>
            <a:off x="1474892" y="1796295"/>
            <a:ext cx="6083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600" dirty="0"/>
              <a:t>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BD5FE-D308-69F5-C0C3-B99DBEF5575F}"/>
              </a:ext>
            </a:extLst>
          </p:cNvPr>
          <p:cNvSpPr txBox="1"/>
          <p:nvPr/>
        </p:nvSpPr>
        <p:spPr>
          <a:xfrm>
            <a:off x="2773518" y="1796295"/>
            <a:ext cx="1207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600" dirty="0"/>
              <a:t>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08D88-98EE-30C5-B039-E9B82D71E6E9}"/>
              </a:ext>
            </a:extLst>
          </p:cNvPr>
          <p:cNvSpPr txBox="1"/>
          <p:nvPr/>
        </p:nvSpPr>
        <p:spPr>
          <a:xfrm>
            <a:off x="4671410" y="1796295"/>
            <a:ext cx="905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600" dirty="0"/>
              <a:t>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C839F-D4A8-89E8-81D1-5D836487CC0A}"/>
              </a:ext>
            </a:extLst>
          </p:cNvPr>
          <p:cNvSpPr txBox="1"/>
          <p:nvPr/>
        </p:nvSpPr>
        <p:spPr>
          <a:xfrm>
            <a:off x="6267087" y="1796295"/>
            <a:ext cx="1680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600" dirty="0"/>
              <a:t>Communication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844A19-514B-5EC4-3655-43C74B54F603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083200" y="1965572"/>
            <a:ext cx="690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83FEAF-7D3E-EEF4-D1E8-616E3AC4890D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981092" y="1965572"/>
            <a:ext cx="690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F40224-8841-5D59-CB48-48F4CAF1CA8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576769" y="1965572"/>
            <a:ext cx="690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D7B33A9-5E31-A12B-3007-8605F30B0962}"/>
              </a:ext>
            </a:extLst>
          </p:cNvPr>
          <p:cNvSpPr txBox="1"/>
          <p:nvPr/>
        </p:nvSpPr>
        <p:spPr>
          <a:xfrm>
            <a:off x="2801071" y="3532136"/>
            <a:ext cx="3249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1600" dirty="0">
                <a:solidFill>
                  <a:schemeClr val="accent1"/>
                </a:solidFill>
              </a:rPr>
              <a:t>Elements of a research project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E6C1948-2EB7-16C7-5760-CD1C843E7907}"/>
              </a:ext>
            </a:extLst>
          </p:cNvPr>
          <p:cNvGrpSpPr/>
          <p:nvPr/>
        </p:nvGrpSpPr>
        <p:grpSpPr>
          <a:xfrm>
            <a:off x="3049853" y="4257530"/>
            <a:ext cx="2751912" cy="1113918"/>
            <a:chOff x="3271762" y="4402349"/>
            <a:chExt cx="2751912" cy="111391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4E2B51-95B0-0CAD-8D50-4A961F24BF65}"/>
                </a:ext>
              </a:extLst>
            </p:cNvPr>
            <p:cNvSpPr txBox="1"/>
            <p:nvPr/>
          </p:nvSpPr>
          <p:spPr>
            <a:xfrm>
              <a:off x="3415450" y="4402349"/>
              <a:ext cx="6083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Idea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D27D9F1-D751-F6D8-56B4-50B90345C3AD}"/>
                </a:ext>
              </a:extLst>
            </p:cNvPr>
            <p:cNvSpPr txBox="1"/>
            <p:nvPr/>
          </p:nvSpPr>
          <p:spPr>
            <a:xfrm>
              <a:off x="4579750" y="5168153"/>
              <a:ext cx="12075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Literature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C65E28-2768-4E0A-8887-EB234CA0FE6C}"/>
                </a:ext>
              </a:extLst>
            </p:cNvPr>
            <p:cNvSpPr txBox="1"/>
            <p:nvPr/>
          </p:nvSpPr>
          <p:spPr>
            <a:xfrm>
              <a:off x="3271762" y="5177713"/>
              <a:ext cx="9053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Project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F9B3FA-0266-551F-FC5A-4E3439CB5C8A}"/>
                </a:ext>
              </a:extLst>
            </p:cNvPr>
            <p:cNvSpPr txBox="1"/>
            <p:nvPr/>
          </p:nvSpPr>
          <p:spPr>
            <a:xfrm>
              <a:off x="4343400" y="4402349"/>
              <a:ext cx="16802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Communication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56412B7-EA90-99D6-9BAB-1C32E7709B13}"/>
                </a:ext>
              </a:extLst>
            </p:cNvPr>
            <p:cNvCxnSpPr>
              <a:stCxn id="20" idx="2"/>
              <a:endCxn id="22" idx="0"/>
            </p:cNvCxnSpPr>
            <p:nvPr/>
          </p:nvCxnSpPr>
          <p:spPr>
            <a:xfrm>
              <a:off x="3719604" y="4740903"/>
              <a:ext cx="4838" cy="43681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A5A912C-6157-6AD0-7252-4BE62ECC4C24}"/>
                </a:ext>
              </a:extLst>
            </p:cNvPr>
            <p:cNvCxnSpPr>
              <a:stCxn id="20" idx="3"/>
              <a:endCxn id="23" idx="1"/>
            </p:cNvCxnSpPr>
            <p:nvPr/>
          </p:nvCxnSpPr>
          <p:spPr>
            <a:xfrm>
              <a:off x="4023758" y="4571626"/>
              <a:ext cx="31964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43FC1C9-3FD4-378E-DB24-634A48346B0A}"/>
                </a:ext>
              </a:extLst>
            </p:cNvPr>
            <p:cNvCxnSpPr>
              <a:stCxn id="23" idx="2"/>
              <a:endCxn id="21" idx="0"/>
            </p:cNvCxnSpPr>
            <p:nvPr/>
          </p:nvCxnSpPr>
          <p:spPr>
            <a:xfrm>
              <a:off x="5183537" y="4740903"/>
              <a:ext cx="0" cy="42725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66F4F71-3154-815A-F0DF-EB76B6D890C7}"/>
                </a:ext>
              </a:extLst>
            </p:cNvPr>
            <p:cNvCxnSpPr>
              <a:stCxn id="22" idx="3"/>
              <a:endCxn id="21" idx="1"/>
            </p:cNvCxnSpPr>
            <p:nvPr/>
          </p:nvCxnSpPr>
          <p:spPr>
            <a:xfrm flipV="1">
              <a:off x="4177121" y="5337430"/>
              <a:ext cx="402629" cy="956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63289D9-F916-58D4-C13B-255D0301B9EB}"/>
                </a:ext>
              </a:extLst>
            </p:cNvPr>
            <p:cNvCxnSpPr/>
            <p:nvPr/>
          </p:nvCxnSpPr>
          <p:spPr>
            <a:xfrm>
              <a:off x="3964985" y="4740903"/>
              <a:ext cx="759417" cy="43681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E5EEFF5-D380-BE81-AAB8-5B6E2110365C}"/>
                </a:ext>
              </a:extLst>
            </p:cNvPr>
            <p:cNvCxnSpPr/>
            <p:nvPr/>
          </p:nvCxnSpPr>
          <p:spPr>
            <a:xfrm flipV="1">
              <a:off x="4023752" y="4731344"/>
              <a:ext cx="555998" cy="4771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6EEA5C9-444D-DCC9-0E3B-BCCC626D00B8}"/>
              </a:ext>
            </a:extLst>
          </p:cNvPr>
          <p:cNvCxnSpPr>
            <a:stCxn id="10" idx="2"/>
            <a:endCxn id="5" idx="2"/>
          </p:cNvCxnSpPr>
          <p:nvPr/>
        </p:nvCxnSpPr>
        <p:spPr>
          <a:xfrm rot="5400000">
            <a:off x="4443135" y="-529240"/>
            <a:ext cx="12700" cy="532817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F3EB656-4BE0-F367-BB1E-7F05EF730303}"/>
              </a:ext>
            </a:extLst>
          </p:cNvPr>
          <p:cNvSpPr/>
          <p:nvPr/>
        </p:nvSpPr>
        <p:spPr>
          <a:xfrm>
            <a:off x="2586202" y="2813074"/>
            <a:ext cx="3543277" cy="354327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693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74E639-1746-E40A-3B7B-6D818DA42DB2}"/>
              </a:ext>
            </a:extLst>
          </p:cNvPr>
          <p:cNvSpPr txBox="1">
            <a:spLocks/>
          </p:cNvSpPr>
          <p:nvPr/>
        </p:nvSpPr>
        <p:spPr>
          <a:xfrm>
            <a:off x="0" y="3788"/>
            <a:ext cx="9144000" cy="7411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Z" dirty="0">
                <a:latin typeface="Univers Light" panose="020F0502020204030204" pitchFamily="34" charset="0"/>
              </a:rPr>
              <a:t>literature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303C5-05B1-D3FB-C13E-3D65567ACD3B}"/>
              </a:ext>
            </a:extLst>
          </p:cNvPr>
          <p:cNvSpPr txBox="1"/>
          <p:nvPr/>
        </p:nvSpPr>
        <p:spPr>
          <a:xfrm>
            <a:off x="383286" y="852431"/>
            <a:ext cx="3262393" cy="4862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Types of literature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Webpages, news reports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Lecture notes, Books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Preprints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Journal article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Conference papers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LLM outputs ?</a:t>
            </a:r>
          </a:p>
          <a:p>
            <a:pPr>
              <a:spcBef>
                <a:spcPts val="600"/>
              </a:spcBef>
            </a:pPr>
            <a:endParaRPr lang="en-NZ" sz="1600" dirty="0"/>
          </a:p>
          <a:p>
            <a:pPr>
              <a:spcBef>
                <a:spcPts val="600"/>
              </a:spcBef>
            </a:pPr>
            <a:r>
              <a:rPr lang="en-NZ" sz="1600" dirty="0"/>
              <a:t>Signs of credibility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Peer-reviewed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Editorial standard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NZ" sz="1600" dirty="0"/>
          </a:p>
          <a:p>
            <a:pPr>
              <a:spcBef>
                <a:spcPts val="600"/>
              </a:spcBef>
            </a:pPr>
            <a:r>
              <a:rPr lang="en-NZ" sz="1600" dirty="0"/>
              <a:t>DOI: Digital Object Identifier</a:t>
            </a:r>
          </a:p>
          <a:p>
            <a:pPr>
              <a:spcBef>
                <a:spcPts val="600"/>
              </a:spcBef>
            </a:pPr>
            <a:endParaRPr lang="en-NZ" sz="1600" dirty="0">
              <a:cs typeface="Calibri" panose="020F0502020204030204"/>
            </a:endParaRPr>
          </a:p>
          <a:p>
            <a:pPr>
              <a:spcBef>
                <a:spcPts val="600"/>
              </a:spcBef>
            </a:pPr>
            <a:endParaRPr lang="en-NZ" sz="1600" dirty="0"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BE3CF-DBF8-06E4-4F33-82272B50A475}"/>
              </a:ext>
            </a:extLst>
          </p:cNvPr>
          <p:cNvSpPr txBox="1"/>
          <p:nvPr/>
        </p:nvSpPr>
        <p:spPr>
          <a:xfrm>
            <a:off x="0" y="5397224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>
                <a:solidFill>
                  <a:schemeClr val="accent1"/>
                </a:solidFill>
              </a:rPr>
              <a:t>Use all kinds of literature for clues and inspiration.</a:t>
            </a:r>
          </a:p>
          <a:p>
            <a:r>
              <a:rPr lang="en-NZ" sz="1600" dirty="0">
                <a:solidFill>
                  <a:schemeClr val="accent1"/>
                </a:solidFill>
              </a:rPr>
              <a:t>Trust more credible sources.</a:t>
            </a:r>
          </a:p>
          <a:p>
            <a:r>
              <a:rPr lang="en-NZ" sz="1600" dirty="0">
                <a:solidFill>
                  <a:schemeClr val="accent1"/>
                </a:solidFill>
              </a:rPr>
              <a:t>Cite officially published results.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BC9B09-D126-5632-EFE5-37E6F79783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225"/>
          <a:stretch/>
        </p:blipFill>
        <p:spPr>
          <a:xfrm>
            <a:off x="3915103" y="1949597"/>
            <a:ext cx="5239778" cy="6214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C5B891-AFAF-5935-4C75-F8A70A24D9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961"/>
          <a:stretch/>
        </p:blipFill>
        <p:spPr>
          <a:xfrm>
            <a:off x="3915103" y="1220219"/>
            <a:ext cx="5124155" cy="53459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DE70B3-63FC-16BB-FCBC-2C47BF7F6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080" y="228269"/>
            <a:ext cx="4169920" cy="74119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AE38A7A-487D-1A2F-DDBC-7400997C38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5277"/>
          <a:stretch/>
        </p:blipFill>
        <p:spPr>
          <a:xfrm>
            <a:off x="4410321" y="2962357"/>
            <a:ext cx="4733679" cy="37130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4EF8-73A3-B7E8-0BF3-D638325E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E2B6986-55F1-437B-9C5F-06A7547930C2}" type="slidenum">
              <a:rPr lang="en-NZ" smtClean="0">
                <a:latin typeface="Univers" panose="020B0503020202020204" pitchFamily="34" charset="0"/>
              </a:rPr>
              <a:t>3</a:t>
            </a:fld>
            <a:endParaRPr lang="en-NZ">
              <a:latin typeface="Univers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3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3020-3276-3182-3786-242F2797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generative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40801-84EE-E455-2F41-D67998902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NZ" sz="1600" dirty="0">
                <a:cs typeface="Calibri"/>
              </a:rPr>
              <a:t>Can be good for brainstorming, can explain some basics concept quite well, is OK at basic math and quite good in coding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NZ" sz="1600" dirty="0">
                <a:cs typeface="Calibri"/>
              </a:rPr>
              <a:t>Can hallucinate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NZ" sz="1600" dirty="0">
                <a:cs typeface="Calibri"/>
              </a:rPr>
              <a:t>Be very careful with taking its statements at face value. Always verify, either by yourself (check calculations, run code,...) or with a more trustworthy source (papers, blog posts by trustworthy people, even Wikipedia ...)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NZ" sz="1600" dirty="0">
                <a:cs typeface="Calibri"/>
              </a:rPr>
              <a:t>Is very bad at advanced research-level math (lack of suitable training material for </a:t>
            </a:r>
            <a:r>
              <a:rPr lang="en-NZ" sz="1600" dirty="0" err="1">
                <a:cs typeface="Calibri"/>
              </a:rPr>
              <a:t>GenAI</a:t>
            </a:r>
            <a:r>
              <a:rPr lang="en-NZ" sz="1600" dirty="0">
                <a:cs typeface="Calibri"/>
              </a:rPr>
              <a:t>), since it just replicates existing material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NZ" sz="1600" dirty="0">
                <a:cs typeface="Calibri"/>
              </a:rPr>
              <a:t>Becoming a mathematician/statistician means building up your knowledge by "improving your cognitive fitness" over many years. Don't let ChatGPT take away your learning!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NZ" sz="1600" dirty="0">
                <a:cs typeface="Calibri"/>
              </a:rPr>
              <a:t>"Using </a:t>
            </a:r>
            <a:r>
              <a:rPr lang="en-NZ" sz="1600" dirty="0" err="1">
                <a:cs typeface="Calibri"/>
              </a:rPr>
              <a:t>GenAI</a:t>
            </a:r>
            <a:r>
              <a:rPr lang="en-NZ" sz="1600" dirty="0">
                <a:cs typeface="Calibri"/>
              </a:rPr>
              <a:t> is like bringing a forklift to the weight room" (Ted Chiang)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,Sans-Serif" panose="020B0604020202020204" pitchFamily="34" charset="0"/>
            </a:pPr>
            <a:r>
              <a:rPr lang="en-NZ" sz="1600" dirty="0">
                <a:cs typeface="Calibri"/>
              </a:rPr>
              <a:t>That being said, it can be an excellent tool to help you get "unstuck", give you running code, explain some concept in a way that might work better, rephrase text if English is not your first language...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,Sans-Serif" panose="020B0604020202020204" pitchFamily="34" charset="0"/>
            </a:pPr>
            <a:r>
              <a:rPr lang="en-NZ" sz="1600" dirty="0">
                <a:cs typeface="Calibri"/>
              </a:rPr>
              <a:t>Treat </a:t>
            </a:r>
            <a:r>
              <a:rPr lang="en-NZ" sz="1600" dirty="0" err="1">
                <a:cs typeface="Calibri"/>
              </a:rPr>
              <a:t>GenAI</a:t>
            </a:r>
            <a:r>
              <a:rPr lang="en-NZ" sz="1600" dirty="0">
                <a:cs typeface="Calibri"/>
              </a:rPr>
              <a:t> like a semi-trustworthy roommate with a PhD who is on psychedelics all the time</a:t>
            </a:r>
            <a:endParaRPr lang="en-US" sz="1600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63FB7-9AB8-3A70-51BF-7882B219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2052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EE11-F83C-0DE5-D9C8-12FDD9EF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genesis of papers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B5824-1030-108A-033F-A27F27AED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38" y="1364379"/>
            <a:ext cx="6670366" cy="4893825"/>
          </a:xfrm>
        </p:spPr>
        <p:txBody>
          <a:bodyPr>
            <a:noAutofit/>
          </a:bodyPr>
          <a:lstStyle/>
          <a:p>
            <a:r>
              <a:rPr lang="en-NZ" sz="1200" dirty="0"/>
              <a:t>Find out something new</a:t>
            </a:r>
          </a:p>
          <a:p>
            <a:r>
              <a:rPr lang="en-NZ" sz="1200" dirty="0"/>
              <a:t>Write up results as a manuscript</a:t>
            </a:r>
          </a:p>
          <a:p>
            <a:r>
              <a:rPr lang="en-NZ" sz="1200" dirty="0"/>
              <a:t>Upload to a preprint server (</a:t>
            </a:r>
            <a:r>
              <a:rPr lang="en-NZ" sz="1200" dirty="0" err="1"/>
              <a:t>arxiv</a:t>
            </a:r>
            <a:r>
              <a:rPr lang="en-NZ" sz="1200" dirty="0"/>
              <a:t>, </a:t>
            </a:r>
            <a:r>
              <a:rPr lang="en-NZ" sz="1200" dirty="0" err="1"/>
              <a:t>biorxiv</a:t>
            </a:r>
            <a:r>
              <a:rPr lang="en-NZ" sz="1200" dirty="0"/>
              <a:t>)</a:t>
            </a:r>
          </a:p>
          <a:p>
            <a:r>
              <a:rPr lang="en-NZ" sz="1200" dirty="0"/>
              <a:t>Do {</a:t>
            </a:r>
          </a:p>
          <a:p>
            <a:pPr lvl="1"/>
            <a:r>
              <a:rPr lang="en-NZ" sz="1200" dirty="0"/>
              <a:t>Submit manuscript to suitable journal</a:t>
            </a:r>
          </a:p>
          <a:p>
            <a:pPr lvl="1"/>
            <a:r>
              <a:rPr lang="en-NZ" sz="1200" dirty="0"/>
              <a:t>Journal editors (unpaid) pick 2-3 referees (unpaid) who read the paper.</a:t>
            </a:r>
          </a:p>
          <a:p>
            <a:pPr lvl="1"/>
            <a:r>
              <a:rPr lang="en-NZ" sz="1200" dirty="0"/>
              <a:t>Referees check the paper, look for mistakes, etc</a:t>
            </a:r>
          </a:p>
          <a:p>
            <a:pPr lvl="1"/>
            <a:r>
              <a:rPr lang="en-NZ" sz="1200" dirty="0"/>
              <a:t>Referees send report to editor with one of the following recommendations:</a:t>
            </a:r>
          </a:p>
          <a:p>
            <a:pPr lvl="2"/>
            <a:r>
              <a:rPr lang="en-NZ" sz="1200" dirty="0"/>
              <a:t>Accept without modifications</a:t>
            </a:r>
          </a:p>
          <a:p>
            <a:pPr lvl="2"/>
            <a:r>
              <a:rPr lang="en-NZ" sz="1200" dirty="0"/>
              <a:t>Accept after minor modifications</a:t>
            </a:r>
          </a:p>
          <a:p>
            <a:pPr lvl="2"/>
            <a:r>
              <a:rPr lang="en-NZ" sz="1200" dirty="0"/>
              <a:t>Major changes needed, possible resubmit</a:t>
            </a:r>
          </a:p>
          <a:p>
            <a:pPr lvl="2"/>
            <a:r>
              <a:rPr lang="en-NZ" sz="1200" dirty="0"/>
              <a:t>Reject without resubmit</a:t>
            </a:r>
          </a:p>
          <a:p>
            <a:pPr lvl="1"/>
            <a:r>
              <a:rPr lang="en-NZ" sz="1200" dirty="0"/>
              <a:t>Editor usually follows the suggestion of the referees and sends out a accept/reject/modify letter</a:t>
            </a:r>
          </a:p>
          <a:p>
            <a:pPr marL="457200" lvl="1" indent="0">
              <a:buNone/>
            </a:pPr>
            <a:r>
              <a:rPr lang="en-NZ" sz="1200" dirty="0"/>
              <a:t>} (until accepted by a journal) # This process can take a 6-12 months easily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1200" dirty="0"/>
              <a:t>Do revision if needed, reupload to preprint server, submit revised version to journal (with a possible revision after that)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1200" dirty="0"/>
              <a:t>Journal accepts article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1200" dirty="0"/>
              <a:t>After a few months, proof-editing (typos etc)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1200" dirty="0"/>
              <a:t>Paper is published (typically 1-3 years after first manuscript)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1200" dirty="0"/>
              <a:t>In very fast-changing fields turnaround time can be quicker</a:t>
            </a:r>
          </a:p>
          <a:p>
            <a:endParaRPr lang="en-NZ" sz="1200" dirty="0"/>
          </a:p>
          <a:p>
            <a:pPr marL="457200" lvl="1" indent="0">
              <a:buNone/>
            </a:pPr>
            <a:endParaRPr lang="en-NZ" sz="1200" dirty="0"/>
          </a:p>
          <a:p>
            <a:pPr marL="457200" lvl="1" indent="0">
              <a:buNone/>
            </a:pPr>
            <a:endParaRPr lang="en-NZ" sz="1200" dirty="0"/>
          </a:p>
          <a:p>
            <a:pPr marL="457200" lvl="1" indent="0">
              <a:buNone/>
            </a:pPr>
            <a:endParaRPr lang="en-NZ" sz="1200" dirty="0"/>
          </a:p>
          <a:p>
            <a:pPr lvl="1"/>
            <a:endParaRPr lang="en-NZ" sz="1200" dirty="0"/>
          </a:p>
          <a:p>
            <a:pPr lvl="1"/>
            <a:endParaRPr lang="en-NZ" sz="1200" dirty="0"/>
          </a:p>
          <a:p>
            <a:endParaRPr lang="en-NZ" sz="1200" dirty="0"/>
          </a:p>
          <a:p>
            <a:endParaRPr lang="en-NZ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64B2B-9A65-3C12-1C94-2C253752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5</a:t>
            </a:fld>
            <a:endParaRPr lang="en-NZ"/>
          </a:p>
        </p:txBody>
      </p:sp>
      <p:pic>
        <p:nvPicPr>
          <p:cNvPr id="7" name="Picture 6" descr="Cartoon a cartoon of a person sitting at a desk and using a computer&#10;&#10;Description automatically generated">
            <a:extLst>
              <a:ext uri="{FF2B5EF4-FFF2-40B4-BE49-F238E27FC236}">
                <a16:creationId xmlns:a16="http://schemas.microsoft.com/office/drawing/2014/main" id="{0885B77B-435A-4E17-02B7-CBF816567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244" y="484481"/>
            <a:ext cx="2708455" cy="338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84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65AE-AC10-2920-A362-7A56D17C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finding papers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585AF-932B-054C-AA62-8CADD9759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1400" dirty="0"/>
              <a:t>Google Scholar (usually with pdf)</a:t>
            </a:r>
          </a:p>
          <a:p>
            <a:r>
              <a:rPr lang="en-NZ" sz="1400" dirty="0"/>
              <a:t>Most math and stats papers are on </a:t>
            </a:r>
            <a:r>
              <a:rPr lang="en-NZ" sz="1400" dirty="0" err="1"/>
              <a:t>arXiv</a:t>
            </a:r>
            <a:r>
              <a:rPr lang="en-NZ" sz="1400" dirty="0"/>
              <a:t>, which is (up to formatting) identical to the published version</a:t>
            </a:r>
          </a:p>
          <a:p>
            <a:r>
              <a:rPr lang="en-NZ" sz="1400" dirty="0"/>
              <a:t>biology: </a:t>
            </a:r>
            <a:r>
              <a:rPr lang="en-NZ" sz="1400" dirty="0" err="1"/>
              <a:t>bioRxiv</a:t>
            </a:r>
            <a:endParaRPr lang="en-NZ" sz="1400" dirty="0"/>
          </a:p>
          <a:p>
            <a:r>
              <a:rPr lang="en-NZ" sz="1400" dirty="0"/>
              <a:t>health: </a:t>
            </a:r>
            <a:r>
              <a:rPr lang="en-NZ" sz="1400" dirty="0" err="1"/>
              <a:t>medRxiv</a:t>
            </a:r>
            <a:endParaRPr lang="en-NZ" sz="1400" dirty="0"/>
          </a:p>
          <a:p>
            <a:r>
              <a:rPr lang="en-NZ" sz="1400" dirty="0"/>
              <a:t>Journal webpages (but sometimes these are paywalled, although UC has some blanket subscriptions so you should be able to access if you are logged in)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89285-9AAC-2D0E-FD81-E692FC6E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3730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7C1C1-C82C-1317-60EB-B3A1F0B7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Univers Light" panose="020F0502020204030204" pitchFamily="34" charset="0"/>
              </a:rPr>
              <a:t>collecting papers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CF581-E0C8-0895-CB11-88887932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7</a:t>
            </a:fld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2DC60-59FB-AF84-3969-4C2D3CBEDB10}"/>
              </a:ext>
            </a:extLst>
          </p:cNvPr>
          <p:cNvSpPr txBox="1"/>
          <p:nvPr/>
        </p:nvSpPr>
        <p:spPr>
          <a:xfrm>
            <a:off x="628650" y="1594456"/>
            <a:ext cx="6057123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Active search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Google scholar </a:t>
            </a:r>
            <a:r>
              <a:rPr lang="en-NZ" sz="1400" dirty="0">
                <a:solidFill>
                  <a:schemeClr val="accent1"/>
                </a:solidFill>
              </a:rPr>
              <a:t>good general search engine</a:t>
            </a:r>
            <a:endParaRPr lang="en-NZ" sz="1600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Using citation relations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From researchers’ web pages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AI tools: </a:t>
            </a:r>
            <a:r>
              <a:rPr lang="en-NZ" sz="1600" dirty="0" err="1"/>
              <a:t>Litmaps</a:t>
            </a:r>
            <a:r>
              <a:rPr lang="en-NZ" sz="1600" dirty="0"/>
              <a:t>, Semantic Scholar… </a:t>
            </a:r>
            <a:r>
              <a:rPr lang="en-NZ" sz="1400" dirty="0">
                <a:solidFill>
                  <a:schemeClr val="accent1"/>
                </a:solidFill>
              </a:rPr>
              <a:t>AI recommendations</a:t>
            </a:r>
            <a:endParaRPr lang="en-NZ" sz="1600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</a:pPr>
            <a:endParaRPr lang="en-NZ" sz="1600" dirty="0"/>
          </a:p>
          <a:p>
            <a:pPr>
              <a:spcBef>
                <a:spcPts val="600"/>
              </a:spcBef>
            </a:pPr>
            <a:r>
              <a:rPr lang="en-NZ" sz="1600" dirty="0"/>
              <a:t>Passive search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Journal newsletters </a:t>
            </a:r>
            <a:r>
              <a:rPr lang="en-NZ" sz="1400" dirty="0">
                <a:solidFill>
                  <a:schemeClr val="accent1"/>
                </a:solidFill>
              </a:rPr>
              <a:t>sent to your email</a:t>
            </a:r>
            <a:endParaRPr lang="en-NZ" sz="1600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RSS subscriptions </a:t>
            </a:r>
            <a:r>
              <a:rPr lang="en-NZ" sz="1400" dirty="0">
                <a:solidFill>
                  <a:schemeClr val="accent1"/>
                </a:solidFill>
              </a:rPr>
              <a:t>following a collection of journals in one dedicated place</a:t>
            </a:r>
            <a:endParaRPr lang="en-NZ" sz="1600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AI tool feeds </a:t>
            </a:r>
            <a:r>
              <a:rPr lang="en-NZ" sz="1400" dirty="0">
                <a:solidFill>
                  <a:schemeClr val="accent1"/>
                </a:solidFill>
              </a:rPr>
              <a:t>can create email alerts</a:t>
            </a:r>
            <a:endParaRPr lang="en-NZ" sz="1600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Twitter/X </a:t>
            </a:r>
            <a:r>
              <a:rPr lang="en-NZ" sz="1400" dirty="0">
                <a:solidFill>
                  <a:schemeClr val="accent1"/>
                </a:solidFill>
              </a:rPr>
              <a:t>follow individual researchers or journals</a:t>
            </a:r>
            <a:endParaRPr lang="en-NZ" sz="1400" dirty="0">
              <a:solidFill>
                <a:schemeClr val="accent1"/>
              </a:solidFill>
              <a:cs typeface="Calibr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 err="1">
                <a:solidFill>
                  <a:srgbClr val="000000"/>
                </a:solidFill>
                <a:cs typeface="Calibri"/>
              </a:rPr>
              <a:t>bluesky</a:t>
            </a:r>
            <a:r>
              <a:rPr lang="en-NZ" sz="1600" dirty="0">
                <a:solidFill>
                  <a:srgbClr val="000000"/>
                </a:solidFill>
                <a:cs typeface="Calibri"/>
              </a:rPr>
              <a:t>/Mastodon </a:t>
            </a:r>
            <a:r>
              <a:rPr lang="en-NZ" sz="1400" dirty="0">
                <a:solidFill>
                  <a:schemeClr val="accent1"/>
                </a:solidFill>
                <a:cs typeface="Calibri"/>
              </a:rPr>
              <a:t>a lot of researchers have migrated since Twitter/X has become a festering cesspool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 err="1">
                <a:solidFill>
                  <a:srgbClr val="000000"/>
                </a:solidFill>
                <a:cs typeface="Calibri"/>
              </a:rPr>
              <a:t>ArXiv</a:t>
            </a:r>
            <a:r>
              <a:rPr lang="en-NZ" sz="1600" dirty="0">
                <a:solidFill>
                  <a:srgbClr val="000000"/>
                </a:solidFill>
                <a:cs typeface="Calibri"/>
              </a:rPr>
              <a:t> newsletter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BC6AB-6BDD-0E59-4B31-41E88EA6ED3C}"/>
              </a:ext>
            </a:extLst>
          </p:cNvPr>
          <p:cNvSpPr txBox="1"/>
          <p:nvPr/>
        </p:nvSpPr>
        <p:spPr>
          <a:xfrm>
            <a:off x="6358033" y="1594456"/>
            <a:ext cx="2781762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NZ" sz="1600" dirty="0">
                <a:solidFill>
                  <a:schemeClr val="accent1"/>
                </a:solidFill>
              </a:rPr>
              <a:t>Google scholar: useful tips</a:t>
            </a:r>
          </a:p>
          <a:p>
            <a:r>
              <a:rPr lang="en-NZ" sz="1600" dirty="0">
                <a:solidFill>
                  <a:schemeClr val="accent1"/>
                </a:solidFill>
              </a:rPr>
              <a:t>AND, OR, “ ”</a:t>
            </a:r>
            <a:endParaRPr lang="en-NZ" sz="1600" dirty="0">
              <a:solidFill>
                <a:schemeClr val="accent1"/>
              </a:solidFill>
              <a:cs typeface="Calibri"/>
            </a:endParaRPr>
          </a:p>
          <a:p>
            <a:r>
              <a:rPr lang="en-NZ" sz="1600" dirty="0">
                <a:solidFill>
                  <a:schemeClr val="accent1"/>
                </a:solidFill>
              </a:rPr>
              <a:t>Cited by</a:t>
            </a:r>
          </a:p>
          <a:p>
            <a:r>
              <a:rPr lang="en-NZ" sz="1600" dirty="0">
                <a:solidFill>
                  <a:schemeClr val="accent1"/>
                </a:solidFill>
                <a:cs typeface="Calibri"/>
              </a:rPr>
              <a:t>You can get PDFs!</a:t>
            </a:r>
          </a:p>
          <a:p>
            <a:endParaRPr lang="en-NZ" sz="1600" dirty="0">
              <a:solidFill>
                <a:schemeClr val="accent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784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5146-A501-A6E1-1CF9-0D0BFCAF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Univers Light" panose="020F0502020204030204" pitchFamily="34" charset="0"/>
              </a:rPr>
              <a:t>evaluating journals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EFE80-3E94-75F5-B5AE-CEB25C38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8</a:t>
            </a:fld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FD2E1-D6A3-75ED-883C-F57B6C6F5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361" y="1792984"/>
            <a:ext cx="3921509" cy="2853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3AAA4D-B88C-950B-63DF-97A703473F94}"/>
              </a:ext>
            </a:extLst>
          </p:cNvPr>
          <p:cNvSpPr txBox="1"/>
          <p:nvPr/>
        </p:nvSpPr>
        <p:spPr>
          <a:xfrm>
            <a:off x="554958" y="1793639"/>
            <a:ext cx="4112576" cy="26007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Is this a good journal?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It should become obvious after some time.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Use metrics (discipline dependent)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Indexing databases: SCI, EI, Scopus…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Impact factor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H index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 err="1"/>
              <a:t>Scimago</a:t>
            </a:r>
            <a:r>
              <a:rPr lang="en-NZ" sz="1600" dirty="0"/>
              <a:t> journal rankings, Q1-4</a:t>
            </a:r>
            <a:endParaRPr lang="en-NZ" sz="1600" dirty="0">
              <a:cs typeface="Calibri" panose="020F0502020204030204"/>
            </a:endParaRPr>
          </a:p>
          <a:p>
            <a:pPr>
              <a:spcBef>
                <a:spcPts val="600"/>
              </a:spcBef>
            </a:pPr>
            <a:endParaRPr lang="en-NZ" sz="1600" dirty="0"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08550-2137-6166-FAF2-E919886713B6}"/>
              </a:ext>
            </a:extLst>
          </p:cNvPr>
          <p:cNvSpPr txBox="1"/>
          <p:nvPr/>
        </p:nvSpPr>
        <p:spPr>
          <a:xfrm>
            <a:off x="629763" y="4294248"/>
            <a:ext cx="4112576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NZ" sz="1600" dirty="0">
                <a:solidFill>
                  <a:schemeClr val="accent1"/>
                </a:solidFill>
              </a:rPr>
              <a:t>Any metric of a journal does not necessarily reflect the quality of any individual publication.</a:t>
            </a:r>
          </a:p>
          <a:p>
            <a:endParaRPr lang="en-NZ" sz="1600" dirty="0">
              <a:solidFill>
                <a:schemeClr val="accent1"/>
              </a:solidFill>
              <a:cs typeface="Calibri"/>
            </a:endParaRPr>
          </a:p>
          <a:p>
            <a:r>
              <a:rPr lang="en-NZ" sz="1600" dirty="0">
                <a:solidFill>
                  <a:schemeClr val="accent1"/>
                </a:solidFill>
                <a:cs typeface="Calibri"/>
              </a:rPr>
              <a:t>Read up on "predatory publishing"</a:t>
            </a:r>
          </a:p>
          <a:p>
            <a:endParaRPr lang="en-NZ" sz="1600" dirty="0">
              <a:solidFill>
                <a:schemeClr val="accent1"/>
              </a:solidFill>
              <a:cs typeface="Calibri"/>
            </a:endParaRPr>
          </a:p>
          <a:p>
            <a:r>
              <a:rPr lang="en-NZ" sz="1600" dirty="0">
                <a:solidFill>
                  <a:schemeClr val="accent1"/>
                </a:solidFill>
                <a:cs typeface="Calibri"/>
              </a:rPr>
              <a:t>In my experience, even published papers can (and often do) still have errors that you might need to find, and correct.</a:t>
            </a:r>
          </a:p>
        </p:txBody>
      </p:sp>
    </p:spTree>
    <p:extLst>
      <p:ext uri="{BB962C8B-B14F-4D97-AF65-F5344CB8AC3E}">
        <p14:creationId xmlns:p14="http://schemas.microsoft.com/office/powerpoint/2010/main" val="262252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8602-B47B-824B-3000-CBB357CF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Univers Light" panose="020F0502020204030204" pitchFamily="34" charset="0"/>
              </a:rPr>
              <a:t>reading papers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4ECE4-38DB-3122-1B55-87DBC767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9</a:t>
            </a:fld>
            <a:endParaRPr lang="en-NZ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A06A43-9087-0F79-C97E-5CF8254E24A3}"/>
              </a:ext>
            </a:extLst>
          </p:cNvPr>
          <p:cNvSpPr/>
          <p:nvPr/>
        </p:nvSpPr>
        <p:spPr>
          <a:xfrm>
            <a:off x="524954" y="1864291"/>
            <a:ext cx="4107536" cy="410753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F39353-7622-BBD3-389D-0BA4F19476DB}"/>
              </a:ext>
            </a:extLst>
          </p:cNvPr>
          <p:cNvSpPr/>
          <p:nvPr/>
        </p:nvSpPr>
        <p:spPr>
          <a:xfrm>
            <a:off x="1525807" y="2865144"/>
            <a:ext cx="2105831" cy="21058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94F55F-0135-EA34-577D-9C34B44C4B4A}"/>
              </a:ext>
            </a:extLst>
          </p:cNvPr>
          <p:cNvSpPr/>
          <p:nvPr/>
        </p:nvSpPr>
        <p:spPr>
          <a:xfrm>
            <a:off x="2199015" y="3538352"/>
            <a:ext cx="759416" cy="7594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EECF9-28E6-3537-62F7-477FE6399267}"/>
              </a:ext>
            </a:extLst>
          </p:cNvPr>
          <p:cNvSpPr txBox="1"/>
          <p:nvPr/>
        </p:nvSpPr>
        <p:spPr>
          <a:xfrm>
            <a:off x="1819306" y="4271777"/>
            <a:ext cx="1518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/>
              <a:t>Read full 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76460-DC30-4843-9053-2D961BCE9AC2}"/>
              </a:ext>
            </a:extLst>
          </p:cNvPr>
          <p:cNvSpPr txBox="1"/>
          <p:nvPr/>
        </p:nvSpPr>
        <p:spPr>
          <a:xfrm>
            <a:off x="2113773" y="4957981"/>
            <a:ext cx="2105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>
                <a:solidFill>
                  <a:schemeClr val="accent1"/>
                </a:solidFill>
              </a:rPr>
              <a:t>Skim through sections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DBEEF-D8C6-4FF7-FE80-8EAC2F400EEF}"/>
              </a:ext>
            </a:extLst>
          </p:cNvPr>
          <p:cNvSpPr txBox="1"/>
          <p:nvPr/>
        </p:nvSpPr>
        <p:spPr>
          <a:xfrm>
            <a:off x="3656095" y="5633273"/>
            <a:ext cx="1952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>
                <a:solidFill>
                  <a:schemeClr val="accent2"/>
                </a:solidFill>
              </a:rPr>
              <a:t>Read the abstract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3AF7D7-8FA2-5078-AE8A-9CAB29D4281C}"/>
              </a:ext>
            </a:extLst>
          </p:cNvPr>
          <p:cNvSpPr/>
          <p:nvPr/>
        </p:nvSpPr>
        <p:spPr>
          <a:xfrm rot="18330866">
            <a:off x="2020784" y="2708579"/>
            <a:ext cx="2634712" cy="25959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DBBF2-403B-E14A-0A51-111BC8B87BC7}"/>
              </a:ext>
            </a:extLst>
          </p:cNvPr>
          <p:cNvSpPr txBox="1"/>
          <p:nvPr/>
        </p:nvSpPr>
        <p:spPr>
          <a:xfrm>
            <a:off x="4099473" y="1745617"/>
            <a:ext cx="1952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 a specific detail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AA2853-5481-25BE-53ED-E942C57841D8}"/>
              </a:ext>
            </a:extLst>
          </p:cNvPr>
          <p:cNvSpPr txBox="1"/>
          <p:nvPr/>
        </p:nvSpPr>
        <p:spPr>
          <a:xfrm>
            <a:off x="5554285" y="2267020"/>
            <a:ext cx="3185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400" dirty="0"/>
              <a:t>Parts of a paper (read in any order)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AD82EB-4CC2-E4AB-CA4D-FDF391A011D7}"/>
              </a:ext>
            </a:extLst>
          </p:cNvPr>
          <p:cNvSpPr txBox="1"/>
          <p:nvPr/>
        </p:nvSpPr>
        <p:spPr>
          <a:xfrm>
            <a:off x="6434060" y="2766692"/>
            <a:ext cx="1207574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Abstract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B3F893-4182-0FDF-8219-96D837F82B0C}"/>
              </a:ext>
            </a:extLst>
          </p:cNvPr>
          <p:cNvSpPr txBox="1"/>
          <p:nvPr/>
        </p:nvSpPr>
        <p:spPr>
          <a:xfrm>
            <a:off x="5608884" y="3313659"/>
            <a:ext cx="1316837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Introduction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6DFAC7-7D1E-DE9C-1798-6082A8AF7970}"/>
              </a:ext>
            </a:extLst>
          </p:cNvPr>
          <p:cNvSpPr txBox="1"/>
          <p:nvPr/>
        </p:nvSpPr>
        <p:spPr>
          <a:xfrm>
            <a:off x="6752740" y="3671724"/>
            <a:ext cx="1316837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Figures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BF231E-09DA-3EBE-4CEF-C994A3F936C9}"/>
              </a:ext>
            </a:extLst>
          </p:cNvPr>
          <p:cNvSpPr txBox="1"/>
          <p:nvPr/>
        </p:nvSpPr>
        <p:spPr>
          <a:xfrm>
            <a:off x="7147155" y="3188325"/>
            <a:ext cx="1316837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Conclusion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388189-F506-6371-12D7-A54C669F74A6}"/>
              </a:ext>
            </a:extLst>
          </p:cNvPr>
          <p:cNvSpPr txBox="1"/>
          <p:nvPr/>
        </p:nvSpPr>
        <p:spPr>
          <a:xfrm>
            <a:off x="5787901" y="4068514"/>
            <a:ext cx="166427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Section headings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225012-8558-3915-9730-94E7000B46E7}"/>
              </a:ext>
            </a:extLst>
          </p:cNvPr>
          <p:cNvSpPr txBox="1"/>
          <p:nvPr/>
        </p:nvSpPr>
        <p:spPr>
          <a:xfrm>
            <a:off x="6715566" y="4449888"/>
            <a:ext cx="1473226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First sentences of paragraphs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018992-A178-A702-43BB-414D06551706}"/>
              </a:ext>
            </a:extLst>
          </p:cNvPr>
          <p:cNvSpPr txBox="1"/>
          <p:nvPr/>
        </p:nvSpPr>
        <p:spPr>
          <a:xfrm>
            <a:off x="6434060" y="5107433"/>
            <a:ext cx="1316837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Full paper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06010-731E-739B-EB5A-496818D44567}"/>
              </a:ext>
            </a:extLst>
          </p:cNvPr>
          <p:cNvSpPr txBox="1"/>
          <p:nvPr/>
        </p:nvSpPr>
        <p:spPr>
          <a:xfrm>
            <a:off x="5862713" y="5544335"/>
            <a:ext cx="2694432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Appendices/</a:t>
            </a:r>
            <a:r>
              <a:rPr lang="en-NZ" sz="1400" dirty="0" err="1"/>
              <a:t>supplementaries</a:t>
            </a:r>
            <a:endParaRPr lang="en-NZ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A9356D-B727-24AC-37D5-CE6F381EDC59}"/>
              </a:ext>
            </a:extLst>
          </p:cNvPr>
          <p:cNvSpPr txBox="1"/>
          <p:nvPr/>
        </p:nvSpPr>
        <p:spPr>
          <a:xfrm>
            <a:off x="6588719" y="6244700"/>
            <a:ext cx="2105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>
                <a:solidFill>
                  <a:schemeClr val="accent1"/>
                </a:solidFill>
              </a:rPr>
              <a:t>Be flexible.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7128C7-CB19-E63A-438E-29BEB1000675}"/>
              </a:ext>
            </a:extLst>
          </p:cNvPr>
          <p:cNvSpPr txBox="1"/>
          <p:nvPr/>
        </p:nvSpPr>
        <p:spPr>
          <a:xfrm>
            <a:off x="7530373" y="4060806"/>
            <a:ext cx="1316837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400" dirty="0"/>
              <a:t>Equations</a:t>
            </a:r>
          </a:p>
        </p:txBody>
      </p:sp>
    </p:spTree>
    <p:extLst>
      <p:ext uri="{BB962C8B-B14F-4D97-AF65-F5344CB8AC3E}">
        <p14:creationId xmlns:p14="http://schemas.microsoft.com/office/powerpoint/2010/main" val="374645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C906-3752-8A1A-83C3-6EF0E3F3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reading papers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A23A-C57F-0BF9-EBE9-2DF0678B2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accent1"/>
                </a:solidFill>
                <a:cs typeface="Calibri"/>
              </a:rPr>
              <a:t>DO NOT PANIC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accent1"/>
                </a:solidFill>
                <a:cs typeface="Calibri"/>
              </a:rPr>
              <a:t>Reading papers is hard and it can take a very long time (weeks, months, or even years) until you think you have sufficiently understood a paper.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accent1"/>
                </a:solidFill>
                <a:cs typeface="Calibri"/>
              </a:rPr>
              <a:t>You don't have to understand every aspect of every paper every time.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accent1"/>
                </a:solidFill>
                <a:cs typeface="Calibri"/>
              </a:rPr>
              <a:t>Most papers are written badly (publish or perish means there often is no time for pedagogy).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solidFill>
                <a:schemeClr val="accent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accent1"/>
                </a:solidFill>
                <a:cs typeface="Calibri"/>
              </a:rPr>
              <a:t>get help from generative AI?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82FD4-D30B-6E2D-5D87-FDE4D54E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17710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6553-CD92-2001-ADF7-899252B7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0BB76-EDA1-CC34-4D20-E47321B4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11</a:t>
            </a:fld>
            <a:endParaRPr lang="en-NZ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EE80C3-67C9-9496-50A7-BB36ABD36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3596" y="3016070"/>
            <a:ext cx="2916807" cy="339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/>
                </a:solidFill>
              </a:rPr>
              <a:t>Noll et al., Nat. Phys., 2017</a:t>
            </a:r>
          </a:p>
        </p:txBody>
      </p:sp>
    </p:spTree>
    <p:extLst>
      <p:ext uri="{BB962C8B-B14F-4D97-AF65-F5344CB8AC3E}">
        <p14:creationId xmlns:p14="http://schemas.microsoft.com/office/powerpoint/2010/main" val="399748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CFA7B-7C53-61A6-C94F-0C30E773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Univers Light" panose="020F0502020204030204" pitchFamily="34" charset="0"/>
              </a:rPr>
              <a:t>evaluating papers</a:t>
            </a:r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E5F33-917A-76DF-124D-5D67F3B9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12</a:t>
            </a:fld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AAA4D-B88C-950B-63DF-97A703473F94}"/>
              </a:ext>
            </a:extLst>
          </p:cNvPr>
          <p:cNvSpPr txBox="1"/>
          <p:nvPr/>
        </p:nvSpPr>
        <p:spPr>
          <a:xfrm>
            <a:off x="628649" y="1690689"/>
            <a:ext cx="4607585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Types of journal articles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Review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Good for entering a field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Overview of existing knowledge and latest developments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Original work (Research paper)</a:t>
            </a:r>
            <a:endParaRPr lang="en-NZ" sz="1600" dirty="0">
              <a:cs typeface="Calibri"/>
            </a:endParaRPr>
          </a:p>
          <a:p>
            <a:pPr>
              <a:spcBef>
                <a:spcPts val="600"/>
              </a:spcBef>
            </a:pPr>
            <a:endParaRPr lang="en-NZ" sz="1600" dirty="0"/>
          </a:p>
          <a:p>
            <a:pPr>
              <a:spcBef>
                <a:spcPts val="600"/>
              </a:spcBef>
            </a:pPr>
            <a:r>
              <a:rPr lang="en-NZ" sz="1600" dirty="0"/>
              <a:t>What makes a “good” original result?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Small incremental work?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Completely new direction?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Number of citations?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Depth of result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Generality of conclusions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A new way to think about something that is already known</a:t>
            </a:r>
          </a:p>
        </p:txBody>
      </p:sp>
      <p:pic>
        <p:nvPicPr>
          <p:cNvPr id="6" name="Picture 5" descr="A group of papers with text&#10;&#10;Description automatically generated">
            <a:extLst>
              <a:ext uri="{FF2B5EF4-FFF2-40B4-BE49-F238E27FC236}">
                <a16:creationId xmlns:a16="http://schemas.microsoft.com/office/drawing/2014/main" id="{0E913A4A-FE64-7169-9CCB-D6A41B20A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778" y="365126"/>
            <a:ext cx="3444044" cy="58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2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FD76-C05C-B7A7-BD0E-99EE4792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curating papers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A43EB-4326-FCB3-16D0-6C2F2A6C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13</a:t>
            </a:fld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AAA4D-B88C-950B-63DF-97A703473F94}"/>
              </a:ext>
            </a:extLst>
          </p:cNvPr>
          <p:cNvSpPr txBox="1"/>
          <p:nvPr/>
        </p:nvSpPr>
        <p:spPr>
          <a:xfrm>
            <a:off x="628650" y="2000718"/>
            <a:ext cx="429703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Literature management systems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A folder with PDFs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A folder with subfolders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Automated tools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Mendeley, EndNote…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Zotero, </a:t>
            </a:r>
            <a:r>
              <a:rPr lang="en-NZ" sz="1600" dirty="0" err="1"/>
              <a:t>Jabref</a:t>
            </a:r>
            <a:endParaRPr lang="en-NZ" sz="1600" dirty="0"/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NZ" sz="1600" dirty="0"/>
              <a:t>Papers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E1D56-2F02-B05A-CE86-8B2B0CC25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788" y="2000718"/>
            <a:ext cx="5536212" cy="3537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C10A02-6475-5814-E3D3-47D430E68B72}"/>
              </a:ext>
            </a:extLst>
          </p:cNvPr>
          <p:cNvSpPr txBox="1"/>
          <p:nvPr/>
        </p:nvSpPr>
        <p:spPr>
          <a:xfrm>
            <a:off x="628650" y="4726965"/>
            <a:ext cx="429703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Use an automated system to typeset citations in your report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LaTeX: </a:t>
            </a:r>
            <a:r>
              <a:rPr lang="en-NZ" sz="1600" dirty="0" err="1"/>
              <a:t>bibtex</a:t>
            </a:r>
            <a:r>
              <a:rPr lang="en-NZ" sz="1600" dirty="0"/>
              <a:t> or </a:t>
            </a:r>
            <a:r>
              <a:rPr lang="en-NZ" sz="1600" dirty="0" err="1"/>
              <a:t>biblatex</a:t>
            </a:r>
            <a:endParaRPr lang="en-NZ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Word: Mendeley…</a:t>
            </a:r>
          </a:p>
        </p:txBody>
      </p:sp>
    </p:spTree>
    <p:extLst>
      <p:ext uri="{BB962C8B-B14F-4D97-AF65-F5344CB8AC3E}">
        <p14:creationId xmlns:p14="http://schemas.microsoft.com/office/powerpoint/2010/main" val="46129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41CF-A9B4-EED3-CE8C-E898508E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doing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7C7E0-62FD-B45E-50EF-3AEDC536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14</a:t>
            </a:fld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AAA4D-B88C-950B-63DF-97A703473F94}"/>
              </a:ext>
            </a:extLst>
          </p:cNvPr>
          <p:cNvSpPr txBox="1"/>
          <p:nvPr/>
        </p:nvSpPr>
        <p:spPr>
          <a:xfrm>
            <a:off x="628650" y="1866993"/>
            <a:ext cx="66999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You are expected to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Put in a reasonable amount of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Have regular discussions with your supervisor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Uphold academic integrity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Present results at the end of the project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9E578-7FA4-A7BC-CE62-784A7360A886}"/>
              </a:ext>
            </a:extLst>
          </p:cNvPr>
          <p:cNvGrpSpPr/>
          <p:nvPr/>
        </p:nvGrpSpPr>
        <p:grpSpPr>
          <a:xfrm>
            <a:off x="5875995" y="2360649"/>
            <a:ext cx="2751912" cy="1113918"/>
            <a:chOff x="3271762" y="4402349"/>
            <a:chExt cx="2751912" cy="11139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80A4FD-BEDD-49DE-E102-3BE85EA5CF42}"/>
                </a:ext>
              </a:extLst>
            </p:cNvPr>
            <p:cNvSpPr txBox="1"/>
            <p:nvPr/>
          </p:nvSpPr>
          <p:spPr>
            <a:xfrm>
              <a:off x="3415450" y="4402349"/>
              <a:ext cx="6083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Idea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E85A0A-6A96-D8E5-E079-5B8FC815624E}"/>
                </a:ext>
              </a:extLst>
            </p:cNvPr>
            <p:cNvSpPr txBox="1"/>
            <p:nvPr/>
          </p:nvSpPr>
          <p:spPr>
            <a:xfrm>
              <a:off x="4579750" y="5168153"/>
              <a:ext cx="12075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Literature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9899D1-BA0B-C6A8-6F1D-335CB45BF190}"/>
                </a:ext>
              </a:extLst>
            </p:cNvPr>
            <p:cNvSpPr txBox="1"/>
            <p:nvPr/>
          </p:nvSpPr>
          <p:spPr>
            <a:xfrm>
              <a:off x="3271762" y="5177713"/>
              <a:ext cx="9053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Project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C06B14-D7D6-3AFC-9FC9-D4ED98F143D0}"/>
                </a:ext>
              </a:extLst>
            </p:cNvPr>
            <p:cNvSpPr txBox="1"/>
            <p:nvPr/>
          </p:nvSpPr>
          <p:spPr>
            <a:xfrm>
              <a:off x="4343400" y="4402349"/>
              <a:ext cx="16802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600" dirty="0">
                  <a:solidFill>
                    <a:schemeClr val="accent1"/>
                  </a:solidFill>
                </a:rPr>
                <a:t>Communication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B5B1751-CA59-883B-3E0A-6B84F964A166}"/>
                </a:ext>
              </a:extLst>
            </p:cNvPr>
            <p:cNvCxnSpPr>
              <a:stCxn id="7" idx="2"/>
              <a:endCxn id="9" idx="0"/>
            </p:cNvCxnSpPr>
            <p:nvPr/>
          </p:nvCxnSpPr>
          <p:spPr>
            <a:xfrm>
              <a:off x="3719604" y="4740903"/>
              <a:ext cx="4838" cy="43681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E858008-1609-AE40-4C10-CB49C1EBA78A}"/>
                </a:ext>
              </a:extLst>
            </p:cNvPr>
            <p:cNvCxnSpPr>
              <a:stCxn id="7" idx="3"/>
              <a:endCxn id="10" idx="1"/>
            </p:cNvCxnSpPr>
            <p:nvPr/>
          </p:nvCxnSpPr>
          <p:spPr>
            <a:xfrm>
              <a:off x="4023758" y="4571626"/>
              <a:ext cx="31964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DF065FE-A8F4-54CA-01F6-A35FE67214E2}"/>
                </a:ext>
              </a:extLst>
            </p:cNvPr>
            <p:cNvCxnSpPr>
              <a:stCxn id="10" idx="2"/>
              <a:endCxn id="8" idx="0"/>
            </p:cNvCxnSpPr>
            <p:nvPr/>
          </p:nvCxnSpPr>
          <p:spPr>
            <a:xfrm>
              <a:off x="5183537" y="4740903"/>
              <a:ext cx="0" cy="42725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27657B5-C8C6-BC5A-348B-3E402F3A1C27}"/>
                </a:ext>
              </a:extLst>
            </p:cNvPr>
            <p:cNvCxnSpPr>
              <a:stCxn id="9" idx="3"/>
              <a:endCxn id="8" idx="1"/>
            </p:cNvCxnSpPr>
            <p:nvPr/>
          </p:nvCxnSpPr>
          <p:spPr>
            <a:xfrm flipV="1">
              <a:off x="4177121" y="5337430"/>
              <a:ext cx="402629" cy="956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330514F-40CE-BAA1-E15A-3C0CA0BB377F}"/>
                </a:ext>
              </a:extLst>
            </p:cNvPr>
            <p:cNvCxnSpPr/>
            <p:nvPr/>
          </p:nvCxnSpPr>
          <p:spPr>
            <a:xfrm>
              <a:off x="3964985" y="4740903"/>
              <a:ext cx="759417" cy="43681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33D3B4F-5EA5-92C6-8791-36266FC78511}"/>
                </a:ext>
              </a:extLst>
            </p:cNvPr>
            <p:cNvCxnSpPr/>
            <p:nvPr/>
          </p:nvCxnSpPr>
          <p:spPr>
            <a:xfrm flipV="1">
              <a:off x="4023752" y="4731344"/>
              <a:ext cx="555998" cy="4771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57D7C90-F583-4C33-2EE8-DF978B73E923}"/>
              </a:ext>
            </a:extLst>
          </p:cNvPr>
          <p:cNvSpPr txBox="1"/>
          <p:nvPr/>
        </p:nvSpPr>
        <p:spPr>
          <a:xfrm>
            <a:off x="1025940" y="454819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Z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D0216-78F0-2EFB-4F0D-4707126173FD}"/>
              </a:ext>
            </a:extLst>
          </p:cNvPr>
          <p:cNvSpPr txBox="1"/>
          <p:nvPr/>
        </p:nvSpPr>
        <p:spPr>
          <a:xfrm>
            <a:off x="628650" y="4027467"/>
            <a:ext cx="759636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NZ" sz="1600" dirty="0"/>
              <a:t>You are encouraged to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Think independently and show initiative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Come to the school’s research seminars (</a:t>
            </a:r>
            <a:r>
              <a:rPr lang="en-NZ" sz="1600" dirty="0">
                <a:solidFill>
                  <a:schemeClr val="accent1"/>
                </a:solidFill>
              </a:rPr>
              <a:t>see how other researchers present their work and learn how to (or not to) do this!</a:t>
            </a:r>
            <a:r>
              <a:rPr lang="en-NZ" sz="1600" dirty="0"/>
              <a:t>)</a:t>
            </a:r>
            <a:endParaRPr lang="en-NZ" sz="1600" dirty="0">
              <a:cs typeface="Calibr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/>
              <a:t>Do things you are excited about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17811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0D27-2301-C783-B221-ADCF4DB6B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impostor Syndrome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379-4BB8-F4F5-5E31-5BAE23122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32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solidFill>
                  <a:schemeClr val="accent1"/>
                </a:solidFill>
                <a:cs typeface="Calibri"/>
              </a:rPr>
              <a:t>"any day now, people will </a:t>
            </a:r>
            <a:r>
              <a:rPr lang="en-US" sz="1600" dirty="0" err="1">
                <a:solidFill>
                  <a:schemeClr val="accent1"/>
                </a:solidFill>
                <a:cs typeface="Calibri"/>
              </a:rPr>
              <a:t>realise</a:t>
            </a:r>
            <a:r>
              <a:rPr lang="en-US" sz="1600" dirty="0">
                <a:solidFill>
                  <a:schemeClr val="accent1"/>
                </a:solidFill>
                <a:cs typeface="Calibri"/>
              </a:rPr>
              <a:t> I don't really know what I am doing"</a:t>
            </a:r>
          </a:p>
          <a:p>
            <a:r>
              <a:rPr lang="en-US" sz="1600" dirty="0">
                <a:solidFill>
                  <a:schemeClr val="accent1"/>
                </a:solidFill>
                <a:cs typeface="Calibri"/>
              </a:rPr>
              <a:t>"I don't belong here"</a:t>
            </a:r>
          </a:p>
          <a:p>
            <a:r>
              <a:rPr lang="en-US" sz="1600" dirty="0">
                <a:solidFill>
                  <a:schemeClr val="accent1"/>
                </a:solidFill>
                <a:cs typeface="Calibri"/>
              </a:rPr>
              <a:t>"I am not as clever as all the other researchers/students/scientists"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3211D-DAC7-EFC7-9042-B05FBACA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6986-55F1-437B-9C5F-06A7547930C2}" type="slidenum">
              <a:rPr lang="en-NZ" smtClean="0"/>
              <a:t>15</a:t>
            </a:fld>
            <a:endParaRPr lang="en-N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B2B76-4600-EC00-F4B2-1D9C702D3576}"/>
              </a:ext>
            </a:extLst>
          </p:cNvPr>
          <p:cNvSpPr txBox="1"/>
          <p:nvPr/>
        </p:nvSpPr>
        <p:spPr>
          <a:xfrm>
            <a:off x="628650" y="3706813"/>
            <a:ext cx="7371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cs typeface="Calibri"/>
              </a:rPr>
              <a:t>Almost everyone has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cs typeface="Calibri"/>
              </a:rPr>
              <a:t>It hits under-represented groups over-proportionally hard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cs typeface="Calibri"/>
              </a:rPr>
              <a:t>Almost no one is really as smart as they seem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cs typeface="Calibri"/>
              </a:rPr>
              <a:t>Almost all major math achievements are the result of hard work, not of talent or even "genius"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cs typeface="Calibri"/>
              </a:rPr>
              <a:t>If you enjoy math, and keep at it, you will be able to understand many things that you did not expect you could understand (maybe not fast enough for your taste).</a:t>
            </a:r>
          </a:p>
        </p:txBody>
      </p:sp>
    </p:spTree>
    <p:extLst>
      <p:ext uri="{BB962C8B-B14F-4D97-AF65-F5344CB8AC3E}">
        <p14:creationId xmlns:p14="http://schemas.microsoft.com/office/powerpoint/2010/main" val="253530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4EF8-73A3-B7E8-0BF3-D638325E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E2B6986-55F1-437B-9C5F-06A7547930C2}" type="slidenum">
              <a:rPr lang="en-NZ" smtClean="0">
                <a:latin typeface="Univers" panose="020B0503020202020204" pitchFamily="34" charset="0"/>
              </a:rPr>
              <a:t>16</a:t>
            </a:fld>
            <a:endParaRPr lang="en-NZ">
              <a:latin typeface="Univers" panose="020B0503020202020204" pitchFamily="34" charset="0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DB0B3C5-E9BD-10CC-FE6F-7DE322AE0496}"/>
              </a:ext>
            </a:extLst>
          </p:cNvPr>
          <p:cNvSpPr txBox="1">
            <a:spLocks/>
          </p:cNvSpPr>
          <p:nvPr/>
        </p:nvSpPr>
        <p:spPr>
          <a:xfrm>
            <a:off x="598025" y="640396"/>
            <a:ext cx="7461642" cy="7411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Z" sz="3600" dirty="0">
                <a:latin typeface="Univers Light"/>
              </a:rPr>
              <a:t>summary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3AAA4D-B88C-950B-63DF-97A703473F94}"/>
              </a:ext>
            </a:extLst>
          </p:cNvPr>
          <p:cNvSpPr txBox="1"/>
          <p:nvPr/>
        </p:nvSpPr>
        <p:spPr>
          <a:xfrm>
            <a:off x="1137780" y="1996206"/>
            <a:ext cx="6921887" cy="19543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>
                <a:solidFill>
                  <a:schemeClr val="accent1"/>
                </a:solidFill>
                <a:cs typeface="Calibri"/>
              </a:rPr>
              <a:t>Learn a bit about how research and collaborative science works</a:t>
            </a:r>
            <a:endParaRPr lang="en-US" dirty="0">
              <a:solidFill>
                <a:schemeClr val="accent1"/>
              </a:solidFill>
              <a:cs typeface="Calibr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>
                <a:solidFill>
                  <a:schemeClr val="accent1"/>
                </a:solidFill>
                <a:cs typeface="Calibri"/>
              </a:rPr>
              <a:t>Learn to be OK with knowing nothing and being completely stumped</a:t>
            </a:r>
            <a:endParaRPr lang="en-US" dirty="0">
              <a:solidFill>
                <a:schemeClr val="accent1"/>
              </a:solidFill>
              <a:cs typeface="Calibri" panose="020F0502020204030204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>
                <a:solidFill>
                  <a:schemeClr val="accent1"/>
                </a:solidFill>
              </a:rPr>
              <a:t>Learn to communicate science, both verbally, in writing, and in a presentation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>
                <a:solidFill>
                  <a:schemeClr val="accent1"/>
                </a:solidFill>
                <a:cs typeface="Calibri"/>
              </a:rPr>
              <a:t>Collaborate with others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>
                <a:solidFill>
                  <a:schemeClr val="accent1"/>
                </a:solidFill>
                <a:cs typeface="Calibri"/>
              </a:rPr>
              <a:t>Use gen-AI effectively and responsibly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NZ" sz="1600" dirty="0">
                <a:solidFill>
                  <a:schemeClr val="accent1"/>
                </a:solidFill>
              </a:rPr>
              <a:t>Have fun </a:t>
            </a:r>
            <a:endParaRPr lang="en-NZ" sz="1600" dirty="0">
              <a:solidFill>
                <a:schemeClr val="accent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000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1269</TotalTime>
  <Words>1207</Words>
  <Application>Microsoft Office PowerPoint</Application>
  <PresentationFormat>On-screen Show (4:3)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Arial,Sans-Serif</vt:lpstr>
      <vt:lpstr>Arial</vt:lpstr>
      <vt:lpstr>Calibri</vt:lpstr>
      <vt:lpstr>Calibri Light</vt:lpstr>
      <vt:lpstr>Courier New</vt:lpstr>
      <vt:lpstr>Univers</vt:lpstr>
      <vt:lpstr>Univers Light</vt:lpstr>
      <vt:lpstr>Office Theme</vt:lpstr>
      <vt:lpstr>Introduction to Research</vt:lpstr>
      <vt:lpstr>life cycle of a research project</vt:lpstr>
      <vt:lpstr>PowerPoint Presentation</vt:lpstr>
      <vt:lpstr>generative AI</vt:lpstr>
      <vt:lpstr>genesis of papers </vt:lpstr>
      <vt:lpstr>finding papers  </vt:lpstr>
      <vt:lpstr>collecting papers</vt:lpstr>
      <vt:lpstr>evaluating journals</vt:lpstr>
      <vt:lpstr>reading papers</vt:lpstr>
      <vt:lpstr>reading papers</vt:lpstr>
      <vt:lpstr>example</vt:lpstr>
      <vt:lpstr>evaluating papers</vt:lpstr>
      <vt:lpstr>curating papers</vt:lpstr>
      <vt:lpstr>doing research</vt:lpstr>
      <vt:lpstr>impostor Syndrome</vt:lpstr>
      <vt:lpstr>PowerPoint Presentation</vt:lpstr>
    </vt:vector>
  </TitlesOfParts>
  <Company>University of Canterbury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Mingfeng Qiu</dc:creator>
  <cp:lastModifiedBy>Mingfeng Qiu</cp:lastModifiedBy>
  <cp:revision>202</cp:revision>
  <dcterms:created xsi:type="dcterms:W3CDTF">2023-11-18T11:37:34Z</dcterms:created>
  <dcterms:modified xsi:type="dcterms:W3CDTF">2025-11-11T09:55:33Z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b2326c-f811-4ccc-abcb-1b955c303c2e_Enabled">
    <vt:lpwstr>true</vt:lpwstr>
  </property>
  <property fmtid="{D5CDD505-2E9C-101B-9397-08002B2CF9AE}" pid="3" name="MSIP_Label_d2b2326c-f811-4ccc-abcb-1b955c303c2e_SetDate">
    <vt:lpwstr>2025-11-11T09:00:29Z</vt:lpwstr>
  </property>
  <property fmtid="{D5CDD505-2E9C-101B-9397-08002B2CF9AE}" pid="4" name="MSIP_Label_d2b2326c-f811-4ccc-abcb-1b955c303c2e_Method">
    <vt:lpwstr>Standard</vt:lpwstr>
  </property>
  <property fmtid="{D5CDD505-2E9C-101B-9397-08002B2CF9AE}" pid="5" name="MSIP_Label_d2b2326c-f811-4ccc-abcb-1b955c303c2e_Name">
    <vt:lpwstr>In-Confidence</vt:lpwstr>
  </property>
  <property fmtid="{D5CDD505-2E9C-101B-9397-08002B2CF9AE}" pid="6" name="MSIP_Label_d2b2326c-f811-4ccc-abcb-1b955c303c2e_SiteId">
    <vt:lpwstr>dc781727-710e-4855-bc4c-690266a1b551</vt:lpwstr>
  </property>
  <property fmtid="{D5CDD505-2E9C-101B-9397-08002B2CF9AE}" pid="7" name="MSIP_Label_d2b2326c-f811-4ccc-abcb-1b955c303c2e_ActionId">
    <vt:lpwstr>595c526d-52a4-40a5-8040-7f9271d9f869</vt:lpwstr>
  </property>
  <property fmtid="{D5CDD505-2E9C-101B-9397-08002B2CF9AE}" pid="8" name="MSIP_Label_d2b2326c-f811-4ccc-abcb-1b955c303c2e_ContentBits">
    <vt:lpwstr>2</vt:lpwstr>
  </property>
  <property fmtid="{D5CDD505-2E9C-101B-9397-08002B2CF9AE}" pid="9" name="MSIP_Label_d2b2326c-f811-4ccc-abcb-1b955c303c2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In-Confidence</vt:lpwstr>
  </property>
</Properties>
</file>